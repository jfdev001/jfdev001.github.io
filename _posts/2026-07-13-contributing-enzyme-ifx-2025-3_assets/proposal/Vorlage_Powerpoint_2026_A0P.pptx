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9928225" cy="679767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36" userDrawn="1">
          <p15:clr>
            <a:srgbClr val="A4A3A4"/>
          </p15:clr>
        </p15:guide>
        <p15:guide id="3" pos="18834" userDrawn="1">
          <p15:clr>
            <a:srgbClr val="A4A3A4"/>
          </p15:clr>
        </p15:guide>
        <p15:guide id="4" orient="horz" pos="1756" userDrawn="1">
          <p15:clr>
            <a:srgbClr val="A4A3A4"/>
          </p15:clr>
        </p15:guide>
        <p15:guide id="5" pos="214" userDrawn="1">
          <p15:clr>
            <a:srgbClr val="A4A3A4"/>
          </p15:clr>
        </p15:guide>
        <p15:guide id="6" orient="horz" pos="191" userDrawn="1">
          <p15:clr>
            <a:srgbClr val="A4A3A4"/>
          </p15:clr>
        </p15:guide>
        <p15:guide id="7" pos="9635" userDrawn="1">
          <p15:clr>
            <a:srgbClr val="A4A3A4"/>
          </p15:clr>
        </p15:guide>
        <p15:guide id="8" orient="horz" pos="22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796"/>
    <a:srgbClr val="D9D9D9"/>
    <a:srgbClr val="4E1F96"/>
    <a:srgbClr val="A4F0FE"/>
    <a:srgbClr val="B8F6FE"/>
    <a:srgbClr val="C0F6FE"/>
    <a:srgbClr val="280F65"/>
    <a:srgbClr val="FFFF66"/>
    <a:srgbClr val="66CCFF"/>
    <a:srgbClr val="2832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2787"/>
    <p:restoredTop sz="91304" autoAdjust="0"/>
  </p:normalViewPr>
  <p:slideViewPr>
    <p:cSldViewPr>
      <p:cViewPr>
        <p:scale>
          <a:sx n="50" d="100"/>
          <a:sy n="50" d="100"/>
        </p:scale>
        <p:origin x="1698" y="36"/>
      </p:cViewPr>
      <p:guideLst>
        <p:guide orient="horz" pos="26636"/>
        <p:guide pos="18834"/>
        <p:guide orient="horz" pos="1756"/>
        <p:guide pos="214"/>
        <p:guide orient="horz" pos="191"/>
        <p:guide pos="9635"/>
        <p:guide orient="horz" pos="22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378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527" y="0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136"/>
            <a:ext cx="4302378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527" y="6456136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fld id="{7965E524-AB5D-4BE1-9476-19D516A72CC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547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303485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27" y="0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5588" y="509588"/>
            <a:ext cx="1801812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03" y="3229250"/>
            <a:ext cx="7943023" cy="3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136"/>
            <a:ext cx="4303485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27" y="6456136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fld id="{C9BAB9A7-AC52-417B-80E4-17F87945149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899045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9C6E77-7222-436C-A33F-23FB332BA1F5}" type="slidenum">
              <a:rPr lang="de-DE" altLang="de-DE"/>
              <a:pPr/>
              <a:t>1</a:t>
            </a:fld>
            <a:endParaRPr lang="de-DE" altLang="de-DE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5588" y="509588"/>
            <a:ext cx="1801812" cy="254793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70469" y="13297632"/>
            <a:ext cx="25734279" cy="917445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540937" y="24255023"/>
            <a:ext cx="21193346" cy="10939629"/>
          </a:xfrm>
        </p:spPr>
        <p:txBody>
          <a:bodyPr/>
          <a:lstStyle>
            <a:lvl1pPr marL="0" indent="0" algn="ctr">
              <a:buNone/>
              <a:defRPr/>
            </a:lvl1pPr>
            <a:lvl2pPr marL="639511" indent="0" algn="ctr">
              <a:buNone/>
              <a:defRPr/>
            </a:lvl2pPr>
            <a:lvl3pPr marL="1279021" indent="0" algn="ctr">
              <a:buNone/>
              <a:defRPr/>
            </a:lvl3pPr>
            <a:lvl4pPr marL="1918532" indent="0" algn="ctr">
              <a:buNone/>
              <a:defRPr/>
            </a:lvl4pPr>
            <a:lvl5pPr marL="2558043" indent="0" algn="ctr">
              <a:buNone/>
              <a:defRPr/>
            </a:lvl5pPr>
            <a:lvl6pPr marL="3197553" indent="0" algn="ctr">
              <a:buNone/>
              <a:defRPr/>
            </a:lvl6pPr>
            <a:lvl7pPr marL="3837065" indent="0" algn="ctr">
              <a:buNone/>
              <a:defRPr/>
            </a:lvl7pPr>
            <a:lvl8pPr marL="4476576" indent="0" algn="ctr">
              <a:buNone/>
              <a:defRPr/>
            </a:lvl8pPr>
            <a:lvl9pPr marL="5116087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91B88-F70B-4AB4-9DCA-59444CB1EFC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8464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E05CD-F3B0-414D-97B6-4E966FE5C2A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8276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1190" y="27505607"/>
            <a:ext cx="25734279" cy="8501692"/>
          </a:xfrm>
        </p:spPr>
        <p:txBody>
          <a:bodyPr anchor="t"/>
          <a:lstStyle>
            <a:lvl1pPr algn="l">
              <a:defRPr sz="5594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391190" y="18142420"/>
            <a:ext cx="25734279" cy="9363183"/>
          </a:xfrm>
        </p:spPr>
        <p:txBody>
          <a:bodyPr anchor="b"/>
          <a:lstStyle>
            <a:lvl1pPr marL="0" indent="0">
              <a:buNone/>
              <a:defRPr sz="2799"/>
            </a:lvl1pPr>
            <a:lvl2pPr marL="639511" indent="0">
              <a:buNone/>
              <a:defRPr sz="2518"/>
            </a:lvl2pPr>
            <a:lvl3pPr marL="1279021" indent="0">
              <a:buNone/>
              <a:defRPr sz="2238"/>
            </a:lvl3pPr>
            <a:lvl4pPr marL="1918532" indent="0">
              <a:buNone/>
              <a:defRPr sz="1958"/>
            </a:lvl4pPr>
            <a:lvl5pPr marL="2558043" indent="0">
              <a:buNone/>
              <a:defRPr sz="1958"/>
            </a:lvl5pPr>
            <a:lvl6pPr marL="3197553" indent="0">
              <a:buNone/>
              <a:defRPr sz="1958"/>
            </a:lvl6pPr>
            <a:lvl7pPr marL="3837065" indent="0">
              <a:buNone/>
              <a:defRPr sz="1958"/>
            </a:lvl7pPr>
            <a:lvl8pPr marL="4476576" indent="0">
              <a:buNone/>
              <a:defRPr sz="1958"/>
            </a:lvl8pPr>
            <a:lvl9pPr marL="5116087" indent="0">
              <a:buNone/>
              <a:defRPr sz="1958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697F0-2F5E-4622-AF78-E6DA9115376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8811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268146" y="12365090"/>
            <a:ext cx="12813744" cy="25682701"/>
          </a:xfrm>
        </p:spPr>
        <p:txBody>
          <a:bodyPr/>
          <a:lstStyle>
            <a:lvl1pPr>
              <a:defRPr sz="3916"/>
            </a:lvl1pPr>
            <a:lvl2pPr>
              <a:defRPr sz="3356"/>
            </a:lvl2pPr>
            <a:lvl3pPr>
              <a:defRPr sz="2799"/>
            </a:lvl3pPr>
            <a:lvl4pPr>
              <a:defRPr sz="2518"/>
            </a:lvl4pPr>
            <a:lvl5pPr>
              <a:defRPr sz="2518"/>
            </a:lvl5pPr>
            <a:lvl6pPr>
              <a:defRPr sz="2518"/>
            </a:lvl6pPr>
            <a:lvl7pPr>
              <a:defRPr sz="2518"/>
            </a:lvl7pPr>
            <a:lvl8pPr>
              <a:defRPr sz="2518"/>
            </a:lvl8pPr>
            <a:lvl9pPr>
              <a:defRPr sz="2518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193324" y="12365090"/>
            <a:ext cx="12813744" cy="25682701"/>
          </a:xfrm>
        </p:spPr>
        <p:txBody>
          <a:bodyPr/>
          <a:lstStyle>
            <a:lvl1pPr>
              <a:defRPr sz="3916"/>
            </a:lvl1pPr>
            <a:lvl2pPr>
              <a:defRPr sz="3356"/>
            </a:lvl2pPr>
            <a:lvl3pPr>
              <a:defRPr sz="2799"/>
            </a:lvl3pPr>
            <a:lvl4pPr>
              <a:defRPr sz="2518"/>
            </a:lvl4pPr>
            <a:lvl5pPr>
              <a:defRPr sz="2518"/>
            </a:lvl5pPr>
            <a:lvl6pPr>
              <a:defRPr sz="2518"/>
            </a:lvl6pPr>
            <a:lvl7pPr>
              <a:defRPr sz="2518"/>
            </a:lvl7pPr>
            <a:lvl8pPr>
              <a:defRPr sz="2518"/>
            </a:lvl8pPr>
            <a:lvl9pPr>
              <a:defRPr sz="2518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B3F5F-6426-4AD8-9F3E-C6167F8A6BF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98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648" y="1714110"/>
            <a:ext cx="27247924" cy="7133961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13644" y="9580779"/>
            <a:ext cx="13376718" cy="3994395"/>
          </a:xfrm>
        </p:spPr>
        <p:txBody>
          <a:bodyPr anchor="b"/>
          <a:lstStyle>
            <a:lvl1pPr marL="0" indent="0">
              <a:buNone/>
              <a:defRPr sz="3356" b="1"/>
            </a:lvl1pPr>
            <a:lvl2pPr marL="639511" indent="0">
              <a:buNone/>
              <a:defRPr sz="2799" b="1"/>
            </a:lvl2pPr>
            <a:lvl3pPr marL="1279021" indent="0">
              <a:buNone/>
              <a:defRPr sz="2518" b="1"/>
            </a:lvl3pPr>
            <a:lvl4pPr marL="1918532" indent="0">
              <a:buNone/>
              <a:defRPr sz="2238" b="1"/>
            </a:lvl4pPr>
            <a:lvl5pPr marL="2558043" indent="0">
              <a:buNone/>
              <a:defRPr sz="2238" b="1"/>
            </a:lvl5pPr>
            <a:lvl6pPr marL="3197553" indent="0">
              <a:buNone/>
              <a:defRPr sz="2238" b="1"/>
            </a:lvl6pPr>
            <a:lvl7pPr marL="3837065" indent="0">
              <a:buNone/>
              <a:defRPr sz="2238" b="1"/>
            </a:lvl7pPr>
            <a:lvl8pPr marL="4476576" indent="0">
              <a:buNone/>
              <a:defRPr sz="2238" b="1"/>
            </a:lvl8pPr>
            <a:lvl9pPr marL="5116087" indent="0">
              <a:buNone/>
              <a:defRPr sz="2238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13644" y="13575174"/>
            <a:ext cx="13376718" cy="24661346"/>
          </a:xfrm>
        </p:spPr>
        <p:txBody>
          <a:bodyPr/>
          <a:lstStyle>
            <a:lvl1pPr>
              <a:defRPr sz="3356"/>
            </a:lvl1pPr>
            <a:lvl2pPr>
              <a:defRPr sz="2799"/>
            </a:lvl2pPr>
            <a:lvl3pPr>
              <a:defRPr sz="2518"/>
            </a:lvl3pPr>
            <a:lvl4pPr>
              <a:defRPr sz="2238"/>
            </a:lvl4pPr>
            <a:lvl5pPr>
              <a:defRPr sz="2238"/>
            </a:lvl5pPr>
            <a:lvl6pPr>
              <a:defRPr sz="2238"/>
            </a:lvl6pPr>
            <a:lvl7pPr>
              <a:defRPr sz="2238"/>
            </a:lvl7pPr>
            <a:lvl8pPr>
              <a:defRPr sz="2238"/>
            </a:lvl8pPr>
            <a:lvl9pPr>
              <a:defRPr sz="2238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15379050" y="9580779"/>
            <a:ext cx="13382521" cy="3994395"/>
          </a:xfrm>
        </p:spPr>
        <p:txBody>
          <a:bodyPr anchor="b"/>
          <a:lstStyle>
            <a:lvl1pPr marL="0" indent="0">
              <a:buNone/>
              <a:defRPr sz="3356" b="1"/>
            </a:lvl1pPr>
            <a:lvl2pPr marL="639511" indent="0">
              <a:buNone/>
              <a:defRPr sz="2799" b="1"/>
            </a:lvl2pPr>
            <a:lvl3pPr marL="1279021" indent="0">
              <a:buNone/>
              <a:defRPr sz="2518" b="1"/>
            </a:lvl3pPr>
            <a:lvl4pPr marL="1918532" indent="0">
              <a:buNone/>
              <a:defRPr sz="2238" b="1"/>
            </a:lvl4pPr>
            <a:lvl5pPr marL="2558043" indent="0">
              <a:buNone/>
              <a:defRPr sz="2238" b="1"/>
            </a:lvl5pPr>
            <a:lvl6pPr marL="3197553" indent="0">
              <a:buNone/>
              <a:defRPr sz="2238" b="1"/>
            </a:lvl6pPr>
            <a:lvl7pPr marL="3837065" indent="0">
              <a:buNone/>
              <a:defRPr sz="2238" b="1"/>
            </a:lvl7pPr>
            <a:lvl8pPr marL="4476576" indent="0">
              <a:buNone/>
              <a:defRPr sz="2238" b="1"/>
            </a:lvl8pPr>
            <a:lvl9pPr marL="5116087" indent="0">
              <a:buNone/>
              <a:defRPr sz="2238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15379050" y="13575174"/>
            <a:ext cx="13382521" cy="24661346"/>
          </a:xfrm>
        </p:spPr>
        <p:txBody>
          <a:bodyPr/>
          <a:lstStyle>
            <a:lvl1pPr>
              <a:defRPr sz="3356"/>
            </a:lvl1pPr>
            <a:lvl2pPr>
              <a:defRPr sz="2799"/>
            </a:lvl2pPr>
            <a:lvl3pPr>
              <a:defRPr sz="2518"/>
            </a:lvl3pPr>
            <a:lvl4pPr>
              <a:defRPr sz="2238"/>
            </a:lvl4pPr>
            <a:lvl5pPr>
              <a:defRPr sz="2238"/>
            </a:lvl5pPr>
            <a:lvl6pPr>
              <a:defRPr sz="2238"/>
            </a:lvl6pPr>
            <a:lvl7pPr>
              <a:defRPr sz="2238"/>
            </a:lvl7pPr>
            <a:lvl8pPr>
              <a:defRPr sz="2238"/>
            </a:lvl8pPr>
            <a:lvl9pPr>
              <a:defRPr sz="2238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23C40-EA66-4D07-B8F5-D8D296896E5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34427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1F30F5-518B-47A1-8D37-8931B308A0A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1389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DE39A2-D516-4086-909C-F8BDF78C976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5503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3647" y="1705228"/>
            <a:ext cx="9960571" cy="7251639"/>
          </a:xfrm>
        </p:spPr>
        <p:txBody>
          <a:bodyPr anchor="b"/>
          <a:lstStyle>
            <a:lvl1pPr algn="l">
              <a:defRPr sz="2799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836377" y="1705227"/>
            <a:ext cx="16925193" cy="36531296"/>
          </a:xfrm>
        </p:spPr>
        <p:txBody>
          <a:bodyPr/>
          <a:lstStyle>
            <a:lvl1pPr>
              <a:defRPr sz="4478"/>
            </a:lvl1pPr>
            <a:lvl2pPr>
              <a:defRPr sz="3916"/>
            </a:lvl2pPr>
            <a:lvl3pPr>
              <a:defRPr sz="3356"/>
            </a:lvl3pPr>
            <a:lvl4pPr>
              <a:defRPr sz="2799"/>
            </a:lvl4pPr>
            <a:lvl5pPr>
              <a:defRPr sz="2799"/>
            </a:lvl5pPr>
            <a:lvl6pPr>
              <a:defRPr sz="2799"/>
            </a:lvl6pPr>
            <a:lvl7pPr>
              <a:defRPr sz="2799"/>
            </a:lvl7pPr>
            <a:lvl8pPr>
              <a:defRPr sz="2799"/>
            </a:lvl8pPr>
            <a:lvl9pPr>
              <a:defRPr sz="2799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513647" y="8956862"/>
            <a:ext cx="9960571" cy="29279658"/>
          </a:xfrm>
        </p:spPr>
        <p:txBody>
          <a:bodyPr/>
          <a:lstStyle>
            <a:lvl1pPr marL="0" indent="0">
              <a:buNone/>
              <a:defRPr sz="1958"/>
            </a:lvl1pPr>
            <a:lvl2pPr marL="639511" indent="0">
              <a:buNone/>
              <a:defRPr sz="1678"/>
            </a:lvl2pPr>
            <a:lvl3pPr marL="1279021" indent="0">
              <a:buNone/>
              <a:defRPr sz="1398"/>
            </a:lvl3pPr>
            <a:lvl4pPr marL="1918532" indent="0">
              <a:buNone/>
              <a:defRPr sz="1258"/>
            </a:lvl4pPr>
            <a:lvl5pPr marL="2558043" indent="0">
              <a:buNone/>
              <a:defRPr sz="1258"/>
            </a:lvl5pPr>
            <a:lvl6pPr marL="3197553" indent="0">
              <a:buNone/>
              <a:defRPr sz="1258"/>
            </a:lvl6pPr>
            <a:lvl7pPr marL="3837065" indent="0">
              <a:buNone/>
              <a:defRPr sz="1258"/>
            </a:lvl7pPr>
            <a:lvl8pPr marL="4476576" indent="0">
              <a:buNone/>
              <a:defRPr sz="1258"/>
            </a:lvl8pPr>
            <a:lvl9pPr marL="5116087" indent="0">
              <a:buNone/>
              <a:defRPr sz="1258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7C4EC3-F0DD-42C3-B56E-7FEA1D5DA7B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559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33858" y="29963528"/>
            <a:ext cx="18164896" cy="3537005"/>
          </a:xfrm>
        </p:spPr>
        <p:txBody>
          <a:bodyPr anchor="b"/>
          <a:lstStyle>
            <a:lvl1pPr algn="l">
              <a:defRPr sz="2799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933858" y="3825657"/>
            <a:ext cx="18164896" cy="25680481"/>
          </a:xfrm>
        </p:spPr>
        <p:txBody>
          <a:bodyPr/>
          <a:lstStyle>
            <a:lvl1pPr marL="0" indent="0">
              <a:buNone/>
              <a:defRPr sz="4478"/>
            </a:lvl1pPr>
            <a:lvl2pPr marL="639511" indent="0">
              <a:buNone/>
              <a:defRPr sz="3916"/>
            </a:lvl2pPr>
            <a:lvl3pPr marL="1279021" indent="0">
              <a:buNone/>
              <a:defRPr sz="3356"/>
            </a:lvl3pPr>
            <a:lvl4pPr marL="1918532" indent="0">
              <a:buNone/>
              <a:defRPr sz="2799"/>
            </a:lvl4pPr>
            <a:lvl5pPr marL="2558043" indent="0">
              <a:buNone/>
              <a:defRPr sz="2799"/>
            </a:lvl5pPr>
            <a:lvl6pPr marL="3197553" indent="0">
              <a:buNone/>
              <a:defRPr sz="2799"/>
            </a:lvl6pPr>
            <a:lvl7pPr marL="3837065" indent="0">
              <a:buNone/>
              <a:defRPr sz="2799"/>
            </a:lvl7pPr>
            <a:lvl8pPr marL="4476576" indent="0">
              <a:buNone/>
              <a:defRPr sz="2799"/>
            </a:lvl8pPr>
            <a:lvl9pPr marL="5116087" indent="0">
              <a:buNone/>
              <a:defRPr sz="2799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933858" y="33500533"/>
            <a:ext cx="18164896" cy="5022415"/>
          </a:xfrm>
        </p:spPr>
        <p:txBody>
          <a:bodyPr/>
          <a:lstStyle>
            <a:lvl1pPr marL="0" indent="0">
              <a:buNone/>
              <a:defRPr sz="1958"/>
            </a:lvl1pPr>
            <a:lvl2pPr marL="639511" indent="0">
              <a:buNone/>
              <a:defRPr sz="1678"/>
            </a:lvl2pPr>
            <a:lvl3pPr marL="1279021" indent="0">
              <a:buNone/>
              <a:defRPr sz="1398"/>
            </a:lvl3pPr>
            <a:lvl4pPr marL="1918532" indent="0">
              <a:buNone/>
              <a:defRPr sz="1258"/>
            </a:lvl4pPr>
            <a:lvl5pPr marL="2558043" indent="0">
              <a:buNone/>
              <a:defRPr sz="1258"/>
            </a:lvl5pPr>
            <a:lvl6pPr marL="3197553" indent="0">
              <a:buNone/>
              <a:defRPr sz="1258"/>
            </a:lvl6pPr>
            <a:lvl7pPr marL="3837065" indent="0">
              <a:buNone/>
              <a:defRPr sz="1258"/>
            </a:lvl7pPr>
            <a:lvl8pPr marL="4476576" indent="0">
              <a:buNone/>
              <a:defRPr sz="1258"/>
            </a:lvl8pPr>
            <a:lvl9pPr marL="5116087" indent="0">
              <a:buNone/>
              <a:defRPr sz="1258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FBB10-4236-43A0-AFC9-BDCAA90CDD2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7154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01C31-8258-4CCE-B86F-11AE385606C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0560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21572919" y="3807894"/>
            <a:ext cx="6434150" cy="34239901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268148" y="3807894"/>
            <a:ext cx="19193339" cy="34239901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E11DD-8916-4EA2-953A-99C1558C5637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39161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2268149" y="3807894"/>
            <a:ext cx="25738922" cy="34239901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2268145" y="38995881"/>
            <a:ext cx="6306466" cy="2853140"/>
          </a:xfrm>
        </p:spPr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0343626" y="38995881"/>
            <a:ext cx="9587964" cy="2853140"/>
          </a:xfrm>
        </p:spPr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21700606" y="38995881"/>
            <a:ext cx="6306465" cy="2853140"/>
          </a:xfrm>
        </p:spPr>
        <p:txBody>
          <a:bodyPr/>
          <a:lstStyle>
            <a:lvl1pPr>
              <a:defRPr/>
            </a:lvl1pPr>
          </a:lstStyle>
          <a:p>
            <a:fld id="{4CEBE3E4-57EA-4DE3-A1EF-A6C5C64DBFE7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3827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68149" y="3807894"/>
            <a:ext cx="25738922" cy="7127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68149" y="12365090"/>
            <a:ext cx="25738922" cy="25682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68145" y="38995881"/>
            <a:ext cx="6306466" cy="285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>
            <a:lvl1pPr defTabSz="5695642">
              <a:defRPr sz="8954"/>
            </a:lvl1pPr>
          </a:lstStyle>
          <a:p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3626" y="38995881"/>
            <a:ext cx="9587964" cy="285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>
            <a:lvl1pPr algn="ctr" defTabSz="5695642">
              <a:defRPr sz="8954"/>
            </a:lvl1pPr>
          </a:lstStyle>
          <a:p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0606" y="38995881"/>
            <a:ext cx="6306465" cy="285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>
            <a:lvl1pPr algn="r" defTabSz="5695642">
              <a:defRPr sz="8954"/>
            </a:lvl1pPr>
          </a:lstStyle>
          <a:p>
            <a:fld id="{B5B6BEAC-3ACD-42D7-8C3F-E31F95AB2420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+mj-lt"/>
          <a:ea typeface="+mj-ea"/>
          <a:cs typeface="+mj-cs"/>
        </a:defRPr>
      </a:lvl1pPr>
      <a:lvl2pPr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2pPr>
      <a:lvl3pPr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3pPr>
      <a:lvl4pPr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4pPr>
      <a:lvl5pPr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5pPr>
      <a:lvl6pPr marL="639511"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6pPr>
      <a:lvl7pPr marL="1279021"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7pPr>
      <a:lvl8pPr marL="1918532"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8pPr>
      <a:lvl9pPr marL="2558043" algn="ctr" defTabSz="5695642" rtl="0" fontAlgn="base">
        <a:spcBef>
          <a:spcPct val="0"/>
        </a:spcBef>
        <a:spcAft>
          <a:spcPct val="0"/>
        </a:spcAft>
        <a:defRPr sz="27415">
          <a:solidFill>
            <a:schemeClr val="tx2"/>
          </a:solidFill>
          <a:latin typeface="Times New Roman" pitchFamily="18" charset="0"/>
        </a:defRPr>
      </a:lvl9pPr>
    </p:titleStyle>
    <p:bodyStyle>
      <a:lvl1pPr marL="2133923" indent="-2133923" algn="l" defTabSz="5695642" rtl="0" fontAlgn="base">
        <a:spcBef>
          <a:spcPct val="20000"/>
        </a:spcBef>
        <a:spcAft>
          <a:spcPct val="0"/>
        </a:spcAft>
        <a:buChar char="•"/>
        <a:defRPr sz="19723">
          <a:solidFill>
            <a:schemeClr val="tx1"/>
          </a:solidFill>
          <a:latin typeface="+mn-lt"/>
          <a:ea typeface="+mn-ea"/>
          <a:cs typeface="+mn-cs"/>
        </a:defRPr>
      </a:lvl1pPr>
      <a:lvl2pPr marL="4625351" indent="-1769759" algn="l" defTabSz="5695642" rtl="0" fontAlgn="base">
        <a:spcBef>
          <a:spcPct val="20000"/>
        </a:spcBef>
        <a:spcAft>
          <a:spcPct val="0"/>
        </a:spcAft>
        <a:buChar char="–"/>
        <a:defRPr sz="17065">
          <a:solidFill>
            <a:schemeClr val="tx1"/>
          </a:solidFill>
          <a:latin typeface="+mn-lt"/>
        </a:defRPr>
      </a:lvl2pPr>
      <a:lvl3pPr marL="7130102" indent="-1434460" algn="l" defTabSz="5695642" rtl="0" fontAlgn="base">
        <a:spcBef>
          <a:spcPct val="20000"/>
        </a:spcBef>
        <a:spcAft>
          <a:spcPct val="0"/>
        </a:spcAft>
        <a:buChar char="•"/>
        <a:defRPr sz="14828">
          <a:solidFill>
            <a:schemeClr val="tx1"/>
          </a:solidFill>
          <a:latin typeface="+mn-lt"/>
        </a:defRPr>
      </a:lvl3pPr>
      <a:lvl4pPr marL="9970149" indent="-1427798" algn="l" defTabSz="5695642" rtl="0" fontAlgn="base">
        <a:spcBef>
          <a:spcPct val="20000"/>
        </a:spcBef>
        <a:spcAft>
          <a:spcPct val="0"/>
        </a:spcAft>
        <a:buChar char="–"/>
        <a:defRPr sz="12170">
          <a:solidFill>
            <a:schemeClr val="tx1"/>
          </a:solidFill>
          <a:latin typeface="+mn-lt"/>
        </a:defRPr>
      </a:lvl4pPr>
      <a:lvl5pPr marL="12819082" indent="-1421136" algn="l" defTabSz="5695642" rtl="0" fontAlgn="base">
        <a:spcBef>
          <a:spcPct val="20000"/>
        </a:spcBef>
        <a:spcAft>
          <a:spcPct val="0"/>
        </a:spcAft>
        <a:buChar char="»"/>
        <a:defRPr sz="12170">
          <a:solidFill>
            <a:schemeClr val="tx1"/>
          </a:solidFill>
          <a:latin typeface="+mn-lt"/>
        </a:defRPr>
      </a:lvl5pPr>
      <a:lvl6pPr marL="13458590" indent="-1421136" algn="l" defTabSz="5695642" rtl="0" fontAlgn="base">
        <a:spcBef>
          <a:spcPct val="20000"/>
        </a:spcBef>
        <a:spcAft>
          <a:spcPct val="0"/>
        </a:spcAft>
        <a:buChar char="»"/>
        <a:defRPr sz="12170">
          <a:solidFill>
            <a:schemeClr val="tx1"/>
          </a:solidFill>
          <a:latin typeface="+mn-lt"/>
        </a:defRPr>
      </a:lvl6pPr>
      <a:lvl7pPr marL="14098101" indent="-1421136" algn="l" defTabSz="5695642" rtl="0" fontAlgn="base">
        <a:spcBef>
          <a:spcPct val="20000"/>
        </a:spcBef>
        <a:spcAft>
          <a:spcPct val="0"/>
        </a:spcAft>
        <a:buChar char="»"/>
        <a:defRPr sz="12170">
          <a:solidFill>
            <a:schemeClr val="tx1"/>
          </a:solidFill>
          <a:latin typeface="+mn-lt"/>
        </a:defRPr>
      </a:lvl7pPr>
      <a:lvl8pPr marL="14737611" indent="-1421136" algn="l" defTabSz="5695642" rtl="0" fontAlgn="base">
        <a:spcBef>
          <a:spcPct val="20000"/>
        </a:spcBef>
        <a:spcAft>
          <a:spcPct val="0"/>
        </a:spcAft>
        <a:buChar char="»"/>
        <a:defRPr sz="12170">
          <a:solidFill>
            <a:schemeClr val="tx1"/>
          </a:solidFill>
          <a:latin typeface="+mn-lt"/>
        </a:defRPr>
      </a:lvl8pPr>
      <a:lvl9pPr marL="15377122" indent="-1421136" algn="l" defTabSz="5695642" rtl="0" fontAlgn="base">
        <a:spcBef>
          <a:spcPct val="20000"/>
        </a:spcBef>
        <a:spcAft>
          <a:spcPct val="0"/>
        </a:spcAft>
        <a:buChar char="»"/>
        <a:defRPr sz="1217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1pPr>
      <a:lvl2pPr marL="639511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2pPr>
      <a:lvl3pPr marL="1279021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3pPr>
      <a:lvl4pPr marL="1918532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4pPr>
      <a:lvl5pPr marL="2558043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5pPr>
      <a:lvl6pPr marL="3197553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6pPr>
      <a:lvl7pPr marL="3837065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7pPr>
      <a:lvl8pPr marL="4476576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8pPr>
      <a:lvl9pPr marL="5116087" algn="l" defTabSz="1279021" rtl="0" eaLnBrk="1" latinLnBrk="0" hangingPunct="1">
        <a:defRPr sz="25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Rectangle 81"/>
          <p:cNvSpPr>
            <a:spLocks noChangeArrowheads="1"/>
          </p:cNvSpPr>
          <p:nvPr/>
        </p:nvSpPr>
        <p:spPr bwMode="auto">
          <a:xfrm>
            <a:off x="376238" y="27176993"/>
            <a:ext cx="21038277" cy="15107657"/>
          </a:xfrm>
          <a:prstGeom prst="rect">
            <a:avLst/>
          </a:prstGeom>
          <a:solidFill>
            <a:schemeClr val="bg1"/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400">
              <a:latin typeface="+mn-lt"/>
            </a:endParaRP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376238" y="12386629"/>
            <a:ext cx="29522737" cy="14288570"/>
          </a:xfrm>
          <a:prstGeom prst="rect">
            <a:avLst/>
          </a:prstGeom>
          <a:solidFill>
            <a:schemeClr val="bg1"/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400">
              <a:latin typeface="+mn-lt"/>
            </a:endParaRP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376238" y="4279580"/>
            <a:ext cx="21044940" cy="7551386"/>
          </a:xfrm>
          <a:prstGeom prst="rect">
            <a:avLst/>
          </a:prstGeom>
          <a:noFill/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400">
              <a:latin typeface="+mn-lt"/>
            </a:endParaRP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5776566" y="339541"/>
            <a:ext cx="19190132" cy="146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3199" tIns="61597" rIns="123199" bIns="61597">
            <a:spAutoFit/>
          </a:bodyPr>
          <a:lstStyle>
            <a:lvl1pPr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381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26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2080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6053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177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749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321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5893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de-DE" sz="8400" b="1" dirty="0">
                <a:solidFill>
                  <a:srgbClr val="26479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</a:p>
        </p:txBody>
      </p:sp>
      <p:sp>
        <p:nvSpPr>
          <p:cNvPr id="2083" name="Text Box 35"/>
          <p:cNvSpPr txBox="1">
            <a:spLocks noChangeArrowheads="1"/>
          </p:cNvSpPr>
          <p:nvPr/>
        </p:nvSpPr>
        <p:spPr bwMode="auto">
          <a:xfrm>
            <a:off x="365706" y="2103737"/>
            <a:ext cx="29533270" cy="67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3199" tIns="61597" rIns="123199" bIns="61597">
            <a:spAutoFit/>
          </a:bodyPr>
          <a:lstStyle>
            <a:lvl1pPr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381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26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2080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6053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177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749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321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5893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de-DE" altLang="de-DE" sz="3600" dirty="0" err="1">
                <a:solidFill>
                  <a:srgbClr val="26479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Authors</a:t>
            </a:r>
            <a:endParaRPr lang="de-DE" altLang="de-DE" sz="3600" dirty="0">
              <a:solidFill>
                <a:srgbClr val="264796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21931388" y="27176993"/>
            <a:ext cx="7967587" cy="15107657"/>
          </a:xfrm>
          <a:prstGeom prst="rect">
            <a:avLst/>
          </a:prstGeom>
          <a:solidFill>
            <a:srgbClr val="D9D9D9">
              <a:alpha val="94902"/>
            </a:srgbClr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lIns="127865" tIns="63930" rIns="127865" bIns="63930"/>
          <a:lstStyle>
            <a:lvl1pPr marL="458788" indent="-45878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2813" indent="-454025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3188" indent="-460375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7213" indent="-454025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878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de-DE" altLang="de-DE" sz="3400">
              <a:latin typeface="+mn-lt"/>
            </a:endParaRPr>
          </a:p>
        </p:txBody>
      </p:sp>
      <p:sp>
        <p:nvSpPr>
          <p:cNvPr id="2243" name="Rectangle 195"/>
          <p:cNvSpPr>
            <a:spLocks noChangeArrowheads="1"/>
          </p:cNvSpPr>
          <p:nvPr/>
        </p:nvSpPr>
        <p:spPr bwMode="auto">
          <a:xfrm>
            <a:off x="21931388" y="4272919"/>
            <a:ext cx="7967587" cy="7558047"/>
          </a:xfrm>
          <a:prstGeom prst="rect">
            <a:avLst/>
          </a:prstGeom>
          <a:solidFill>
            <a:schemeClr val="bg1"/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400">
              <a:latin typeface="+mn-lt"/>
            </a:endParaRPr>
          </a:p>
        </p:txBody>
      </p:sp>
      <p:sp>
        <p:nvSpPr>
          <p:cNvPr id="104" name="Text Box 223"/>
          <p:cNvSpPr txBox="1">
            <a:spLocks noChangeArrowheads="1"/>
          </p:cNvSpPr>
          <p:nvPr/>
        </p:nvSpPr>
        <p:spPr bwMode="auto">
          <a:xfrm>
            <a:off x="22414029" y="27530779"/>
            <a:ext cx="7017165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altLang="de-DE" dirty="0"/>
              <a:t>References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808015" y="4697075"/>
            <a:ext cx="20116348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sp>
        <p:nvSpPr>
          <p:cNvPr id="106" name="Textfeld 105"/>
          <p:cNvSpPr txBox="1"/>
          <p:nvPr/>
        </p:nvSpPr>
        <p:spPr>
          <a:xfrm>
            <a:off x="808015" y="12821401"/>
            <a:ext cx="28623179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sp>
        <p:nvSpPr>
          <p:cNvPr id="107" name="Textfeld 106"/>
          <p:cNvSpPr txBox="1"/>
          <p:nvPr/>
        </p:nvSpPr>
        <p:spPr>
          <a:xfrm>
            <a:off x="808015" y="27514074"/>
            <a:ext cx="20116348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sp>
        <p:nvSpPr>
          <p:cNvPr id="108" name="Textfeld 107"/>
          <p:cNvSpPr txBox="1"/>
          <p:nvPr/>
        </p:nvSpPr>
        <p:spPr>
          <a:xfrm>
            <a:off x="22414029" y="4681524"/>
            <a:ext cx="7017165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cxnSp>
        <p:nvCxnSpPr>
          <p:cNvPr id="3" name="Gerade Verbindung 2"/>
          <p:cNvCxnSpPr/>
          <p:nvPr/>
        </p:nvCxnSpPr>
        <p:spPr bwMode="auto">
          <a:xfrm flipV="1">
            <a:off x="376238" y="3651909"/>
            <a:ext cx="29522737" cy="72008"/>
          </a:xfrm>
          <a:prstGeom prst="line">
            <a:avLst/>
          </a:prstGeom>
          <a:solidFill>
            <a:schemeClr val="accent1"/>
          </a:solidFill>
          <a:ln w="101600" cap="flat" cmpd="sng" algn="ctr">
            <a:gradFill flip="none" rotWithShape="1">
              <a:gsLst>
                <a:gs pos="33000">
                  <a:srgbClr val="264796"/>
                </a:gs>
                <a:gs pos="100000">
                  <a:srgbClr val="629D7C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1" b="6781"/>
          <a:stretch/>
        </p:blipFill>
        <p:spPr>
          <a:xfrm>
            <a:off x="26694890" y="987865"/>
            <a:ext cx="3215207" cy="2268000"/>
          </a:xfrm>
          <a:prstGeom prst="rect">
            <a:avLst/>
          </a:prstGeom>
        </p:spPr>
      </p:pic>
      <p:pic>
        <p:nvPicPr>
          <p:cNvPr id="5" name="Grafik 4" descr="Ein Bild, das Schrift, Tex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7AF9265-5C50-4E42-47C1-37CA03138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00" y="122400"/>
            <a:ext cx="8283510" cy="3186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2F235D2-02E8-2F3F-287F-BD8BF4E1E568}"/>
              </a:ext>
            </a:extLst>
          </p:cNvPr>
          <p:cNvSpPr txBox="1"/>
          <p:nvPr/>
        </p:nvSpPr>
        <p:spPr>
          <a:xfrm>
            <a:off x="790963" y="5401296"/>
            <a:ext cx="4428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D9D9D9">
            <a:alpha val="94902"/>
          </a:srgbClr>
        </a:solidFill>
        <a:ln w="57150">
          <a:solidFill>
            <a:srgbClr val="264796"/>
          </a:solidFill>
          <a:miter lim="800000"/>
          <a:headEnd/>
          <a:tailEnd/>
        </a:ln>
        <a:effectLst/>
      </a:spPr>
      <a:bodyPr wrap="none" lIns="91421" tIns="45709" rIns="91421" bIns="45709"/>
      <a:lstStyle>
        <a:defPPr>
          <a:defRPr sz="220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0719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400" dirty="0" err="1" smtClean="0">
            <a:latin typeface="+mn-lt"/>
          </a:defRPr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Benutzerdefiniert</PresentationFormat>
  <Paragraphs>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Cambria</vt:lpstr>
      <vt:lpstr>Segoe UI</vt:lpstr>
      <vt:lpstr>Times New Roman</vt:lpstr>
      <vt:lpstr>Standarddesign</vt:lpstr>
      <vt:lpstr>PowerPoint-Präsentation</vt:lpstr>
    </vt:vector>
  </TitlesOfParts>
  <Company>IAP-KBORN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kd006</dc:creator>
  <cp:lastModifiedBy>Phillip Trefz</cp:lastModifiedBy>
  <cp:revision>118</cp:revision>
  <cp:lastPrinted>2014-07-08T08:19:32Z</cp:lastPrinted>
  <dcterms:created xsi:type="dcterms:W3CDTF">2002-07-24T12:10:23Z</dcterms:created>
  <dcterms:modified xsi:type="dcterms:W3CDTF">2026-04-22T09:34:10Z</dcterms:modified>
</cp:coreProperties>
</file>