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jpeg" ContentType="image/jpeg"/>
  <Override PartName="/ppt/media/image3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</p:sldIdLst>
  <p:sldSz cx="41405175" cy="30275213"/>
  <p:notesSz cx="9928225" cy="67976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DAEF787-3C9C-45B2-A9F7-E94038A44E4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Num" idx="40"/>
          </p:nvPr>
        </p:nvSpPr>
        <p:spPr>
          <a:xfrm>
            <a:off x="5622480" y="6456240"/>
            <a:ext cx="4303440" cy="33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 defTabSz="91332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 defTabSz="913320">
              <a:lnSpc>
                <a:spcPct val="100000"/>
              </a:lnSpc>
              <a:buNone/>
              <a:tabLst>
                <a:tab algn="l" pos="0"/>
              </a:tabLst>
            </a:pPr>
            <a:fld id="{EA4E193E-2754-47AC-BB74-B8C0E606DCA8}" type="slidenum">
              <a:rPr b="0" lang="de-DE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Img"/>
          </p:nvPr>
        </p:nvSpPr>
        <p:spPr>
          <a:xfrm>
            <a:off x="3224160" y="509760"/>
            <a:ext cx="3483360" cy="254700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992520" y="3229200"/>
            <a:ext cx="7941960" cy="305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070000" y="1207800"/>
            <a:ext cx="3726396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2070000" y="7084080"/>
            <a:ext cx="37263960" cy="1755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CD1E11-C2BC-4F0D-B668-9197F768DC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6875DB-EED1-40B5-986D-78A467D17E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68003E6-2A50-46E9-8BB8-CFEFA9003A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947F63B-AB90-4600-B4EE-D8B22CDC05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070000" y="1207800"/>
            <a:ext cx="3726396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2070000" y="7084080"/>
            <a:ext cx="37263960" cy="1755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E3B3CB4-9207-4B74-9331-BDC0EA1A5A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48C1530-2B5F-47A6-89D5-9606C7E484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070000" y="1207800"/>
            <a:ext cx="3726396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2070000" y="7084080"/>
            <a:ext cx="18184680" cy="1755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21164400" y="7084080"/>
            <a:ext cx="18184680" cy="1755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25660E9-E1BB-4C7A-A4A1-9047906776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3BAE644-5E3A-4E59-956F-535CED8208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070000" y="1207800"/>
            <a:ext cx="3726396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F7B79C4-F2F3-4B4A-BA96-7738802BC8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6750227-EA85-43FE-8893-3C182DD69F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CB04820-7709-43D6-AF85-3593A6D248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67F810A1-D797-40B3-90F5-62B118349A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070000" y="1207800"/>
            <a:ext cx="37263600" cy="505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14146200" y="27581760"/>
            <a:ext cx="1311156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2967840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r" defTabSz="3897720">
              <a:lnSpc>
                <a:spcPct val="100000"/>
              </a:lnSpc>
              <a:buNone/>
              <a:tabLst>
                <a:tab algn="l" pos="0"/>
              </a:tabLst>
              <a:defRPr b="0" lang="de-DE" sz="613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 defTabSz="3897720">
              <a:lnSpc>
                <a:spcPct val="100000"/>
              </a:lnSpc>
              <a:buNone/>
              <a:tabLst>
                <a:tab algn="l" pos="0"/>
              </a:tabLst>
            </a:pPr>
            <a:fld id="{C042BE53-FAD2-41E4-9684-130BBE2A6DDD}" type="slidenum">
              <a:rPr b="0" lang="de-DE" sz="613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6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310212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14146200" y="27581760"/>
            <a:ext cx="1311156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2967840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r" defTabSz="3897720">
              <a:lnSpc>
                <a:spcPct val="100000"/>
              </a:lnSpc>
              <a:buNone/>
              <a:tabLst>
                <a:tab algn="l" pos="0"/>
              </a:tabLst>
              <a:defRPr b="0" lang="de-DE" sz="613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 defTabSz="3897720">
              <a:lnSpc>
                <a:spcPct val="100000"/>
              </a:lnSpc>
              <a:buNone/>
              <a:tabLst>
                <a:tab algn="l" pos="0"/>
              </a:tabLst>
            </a:pPr>
            <a:fld id="{50855C04-E04D-4E43-9195-F579EC1A20A7}" type="slidenum">
              <a:rPr b="0" lang="de-DE" sz="613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6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310212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14146200" y="27581760"/>
            <a:ext cx="1311156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2967840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r" defTabSz="3897720">
              <a:lnSpc>
                <a:spcPct val="100000"/>
              </a:lnSpc>
              <a:buNone/>
              <a:tabLst>
                <a:tab algn="l" pos="0"/>
              </a:tabLst>
              <a:defRPr b="0" lang="de-DE" sz="613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 defTabSz="3897720">
              <a:lnSpc>
                <a:spcPct val="100000"/>
              </a:lnSpc>
              <a:buNone/>
              <a:tabLst>
                <a:tab algn="l" pos="0"/>
              </a:tabLst>
            </a:pPr>
            <a:fld id="{E1590601-65ED-4CB2-99F3-0044BE0FFD08}" type="slidenum">
              <a:rPr b="0" lang="de-DE" sz="613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6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310212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ftr" idx="10"/>
          </p:nvPr>
        </p:nvSpPr>
        <p:spPr>
          <a:xfrm>
            <a:off x="14146200" y="27581760"/>
            <a:ext cx="1311156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11"/>
          </p:nvPr>
        </p:nvSpPr>
        <p:spPr>
          <a:xfrm>
            <a:off x="2967840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r" defTabSz="3897720">
              <a:lnSpc>
                <a:spcPct val="100000"/>
              </a:lnSpc>
              <a:buNone/>
              <a:tabLst>
                <a:tab algn="l" pos="0"/>
              </a:tabLst>
              <a:defRPr b="0" lang="de-DE" sz="613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 defTabSz="3897720">
              <a:lnSpc>
                <a:spcPct val="100000"/>
              </a:lnSpc>
              <a:buNone/>
              <a:tabLst>
                <a:tab algn="l" pos="0"/>
              </a:tabLst>
            </a:pPr>
            <a:fld id="{941D5654-C46B-455E-A3EE-6F4C53676B68}" type="slidenum">
              <a:rPr b="0" lang="de-DE" sz="613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6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12"/>
          </p:nvPr>
        </p:nvSpPr>
        <p:spPr>
          <a:xfrm>
            <a:off x="310212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2070000" y="1207800"/>
            <a:ext cx="3726396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2070000" y="7084080"/>
            <a:ext cx="37263960" cy="1755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070000" y="1207800"/>
            <a:ext cx="37263600" cy="505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2070000" y="7084080"/>
            <a:ext cx="37263600" cy="1755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3"/>
          </p:nvPr>
        </p:nvSpPr>
        <p:spPr>
          <a:xfrm>
            <a:off x="14146200" y="27581760"/>
            <a:ext cx="1311156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4"/>
          </p:nvPr>
        </p:nvSpPr>
        <p:spPr>
          <a:xfrm>
            <a:off x="2967840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r" defTabSz="3897720">
              <a:lnSpc>
                <a:spcPct val="100000"/>
              </a:lnSpc>
              <a:buNone/>
              <a:tabLst>
                <a:tab algn="l" pos="0"/>
              </a:tabLst>
              <a:defRPr b="0" lang="de-DE" sz="613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 defTabSz="3897720">
              <a:lnSpc>
                <a:spcPct val="100000"/>
              </a:lnSpc>
              <a:buNone/>
              <a:tabLst>
                <a:tab algn="l" pos="0"/>
              </a:tabLst>
            </a:pPr>
            <a:fld id="{FC3FFB3B-838B-458A-A6BB-7BF4BDFF2260}" type="slidenum">
              <a:rPr b="0" lang="de-DE" sz="613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6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15"/>
          </p:nvPr>
        </p:nvSpPr>
        <p:spPr>
          <a:xfrm>
            <a:off x="310212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6"/>
          </p:nvPr>
        </p:nvSpPr>
        <p:spPr>
          <a:xfrm>
            <a:off x="14146200" y="27581760"/>
            <a:ext cx="1311156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7"/>
          </p:nvPr>
        </p:nvSpPr>
        <p:spPr>
          <a:xfrm>
            <a:off x="2967840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r" defTabSz="3897720">
              <a:lnSpc>
                <a:spcPct val="100000"/>
              </a:lnSpc>
              <a:buNone/>
              <a:tabLst>
                <a:tab algn="l" pos="0"/>
              </a:tabLst>
              <a:defRPr b="0" lang="de-DE" sz="613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 defTabSz="3897720">
              <a:lnSpc>
                <a:spcPct val="100000"/>
              </a:lnSpc>
              <a:buNone/>
              <a:tabLst>
                <a:tab algn="l" pos="0"/>
              </a:tabLst>
            </a:pPr>
            <a:fld id="{C83C29DA-53BA-44F1-BE9E-B01086F529A6}" type="slidenum">
              <a:rPr b="0" lang="de-DE" sz="613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6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8"/>
          </p:nvPr>
        </p:nvSpPr>
        <p:spPr>
          <a:xfrm>
            <a:off x="310212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070000" y="1207800"/>
            <a:ext cx="37263600" cy="505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2070000" y="7084080"/>
            <a:ext cx="18184320" cy="1755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21164400" y="7084080"/>
            <a:ext cx="18184320" cy="1755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9"/>
          </p:nvPr>
        </p:nvSpPr>
        <p:spPr>
          <a:xfrm>
            <a:off x="14146200" y="27581760"/>
            <a:ext cx="1311156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20"/>
          </p:nvPr>
        </p:nvSpPr>
        <p:spPr>
          <a:xfrm>
            <a:off x="2967840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r" defTabSz="3897720">
              <a:lnSpc>
                <a:spcPct val="100000"/>
              </a:lnSpc>
              <a:buNone/>
              <a:tabLst>
                <a:tab algn="l" pos="0"/>
              </a:tabLst>
              <a:defRPr b="0" lang="de-DE" sz="613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 defTabSz="3897720">
              <a:lnSpc>
                <a:spcPct val="100000"/>
              </a:lnSpc>
              <a:buNone/>
              <a:tabLst>
                <a:tab algn="l" pos="0"/>
              </a:tabLst>
            </a:pPr>
            <a:fld id="{4C7242C7-9502-4589-8C82-BCBC7B237DE4}" type="slidenum">
              <a:rPr b="0" lang="de-DE" sz="613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6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21"/>
          </p:nvPr>
        </p:nvSpPr>
        <p:spPr>
          <a:xfrm>
            <a:off x="310212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14146200" y="27581760"/>
            <a:ext cx="1311156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2967840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r" defTabSz="3897720">
              <a:lnSpc>
                <a:spcPct val="100000"/>
              </a:lnSpc>
              <a:buNone/>
              <a:tabLst>
                <a:tab algn="l" pos="0"/>
              </a:tabLst>
              <a:defRPr b="0" lang="de-DE" sz="613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 defTabSz="3897720">
              <a:lnSpc>
                <a:spcPct val="100000"/>
              </a:lnSpc>
              <a:buNone/>
              <a:tabLst>
                <a:tab algn="l" pos="0"/>
              </a:tabLst>
            </a:pPr>
            <a:fld id="{2F320F2D-3841-4745-A409-785A5C1806C7}" type="slidenum">
              <a:rPr b="0" lang="de-DE" sz="613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6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310212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070000" y="1207800"/>
            <a:ext cx="37263600" cy="505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25"/>
          </p:nvPr>
        </p:nvSpPr>
        <p:spPr>
          <a:xfrm>
            <a:off x="14146200" y="27581760"/>
            <a:ext cx="1311156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6"/>
          </p:nvPr>
        </p:nvSpPr>
        <p:spPr>
          <a:xfrm>
            <a:off x="2967840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r" defTabSz="3897720">
              <a:lnSpc>
                <a:spcPct val="100000"/>
              </a:lnSpc>
              <a:buNone/>
              <a:tabLst>
                <a:tab algn="l" pos="0"/>
              </a:tabLst>
              <a:defRPr b="0" lang="de-DE" sz="613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 defTabSz="3897720">
              <a:lnSpc>
                <a:spcPct val="100000"/>
              </a:lnSpc>
              <a:buNone/>
              <a:tabLst>
                <a:tab algn="l" pos="0"/>
              </a:tabLst>
            </a:pPr>
            <a:fld id="{5357A378-50B9-4E04-8DA2-BED969E727BD}" type="slidenum">
              <a:rPr b="0" lang="de-DE" sz="613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6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7"/>
          </p:nvPr>
        </p:nvSpPr>
        <p:spPr>
          <a:xfrm>
            <a:off x="310212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14146200" y="27581760"/>
            <a:ext cx="1311156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2967840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r" defTabSz="3897720">
              <a:lnSpc>
                <a:spcPct val="100000"/>
              </a:lnSpc>
              <a:buNone/>
              <a:tabLst>
                <a:tab algn="l" pos="0"/>
              </a:tabLst>
              <a:defRPr b="0" lang="de-DE" sz="613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 defTabSz="3897720">
              <a:lnSpc>
                <a:spcPct val="100000"/>
              </a:lnSpc>
              <a:buNone/>
              <a:tabLst>
                <a:tab algn="l" pos="0"/>
              </a:tabLst>
            </a:pPr>
            <a:fld id="{8986CE05-1A2D-4692-899D-CCC882D6DDFB}" type="slidenum">
              <a:rPr b="0" lang="de-DE" sz="613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6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310212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14146200" y="27581760"/>
            <a:ext cx="1311156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2967840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r" defTabSz="3897720">
              <a:lnSpc>
                <a:spcPct val="100000"/>
              </a:lnSpc>
              <a:buNone/>
              <a:tabLst>
                <a:tab algn="l" pos="0"/>
              </a:tabLst>
              <a:defRPr b="0" lang="de-DE" sz="613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 defTabSz="3897720">
              <a:lnSpc>
                <a:spcPct val="100000"/>
              </a:lnSpc>
              <a:buNone/>
              <a:tabLst>
                <a:tab algn="l" pos="0"/>
              </a:tabLst>
            </a:pPr>
            <a:fld id="{95F534E8-3570-4E53-83BB-E6EEBE149305}" type="slidenum">
              <a:rPr b="0" lang="de-DE" sz="613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6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310212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4"/>
          </p:nvPr>
        </p:nvSpPr>
        <p:spPr>
          <a:xfrm>
            <a:off x="14146200" y="27581760"/>
            <a:ext cx="1311156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5"/>
          </p:nvPr>
        </p:nvSpPr>
        <p:spPr>
          <a:xfrm>
            <a:off x="2967840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 algn="r" defTabSz="3897720">
              <a:lnSpc>
                <a:spcPct val="100000"/>
              </a:lnSpc>
              <a:buNone/>
              <a:tabLst>
                <a:tab algn="l" pos="0"/>
              </a:tabLst>
              <a:defRPr b="0" lang="de-DE" sz="613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 defTabSz="3897720">
              <a:lnSpc>
                <a:spcPct val="100000"/>
              </a:lnSpc>
              <a:buNone/>
              <a:tabLst>
                <a:tab algn="l" pos="0"/>
              </a:tabLst>
            </a:pPr>
            <a:fld id="{F91892F2-ECD7-45C1-A56A-FF3736ED97A6}" type="slidenum">
              <a:rPr b="0" lang="de-DE" sz="613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61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6"/>
          </p:nvPr>
        </p:nvSpPr>
        <p:spPr>
          <a:xfrm>
            <a:off x="3102120" y="27581760"/>
            <a:ext cx="8623800" cy="2017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07160" rIns="407160" tIns="203760" bIns="20376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36"/>
          <p:cNvSpPr/>
          <p:nvPr/>
        </p:nvSpPr>
        <p:spPr>
          <a:xfrm>
            <a:off x="405720" y="4423320"/>
            <a:ext cx="13309920" cy="24837120"/>
          </a:xfrm>
          <a:prstGeom prst="rect">
            <a:avLst/>
          </a:prstGeom>
          <a:noFill/>
          <a:ln w="57150">
            <a:solidFill>
              <a:srgbClr val="26479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291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Text Box 32"/>
          <p:cNvSpPr/>
          <p:nvPr/>
        </p:nvSpPr>
        <p:spPr>
          <a:xfrm>
            <a:off x="7293960" y="858240"/>
            <a:ext cx="26907840" cy="13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240" rIns="84240" tIns="42120" bIns="42120" anchor="t">
            <a:spAutoFit/>
          </a:bodyPr>
          <a:p>
            <a:pPr algn="ctr" defTabSz="407196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8420" spc="-1" strike="noStrike">
                <a:solidFill>
                  <a:srgbClr val="264796"/>
                </a:solidFill>
                <a:latin typeface="Calibri"/>
              </a:rPr>
              <a:t>Towards Enzyme-based AD for Tuning the ICON-XPP Model</a:t>
            </a:r>
            <a:endParaRPr b="0" lang="en-US" sz="84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Box 35"/>
          <p:cNvSpPr/>
          <p:nvPr/>
        </p:nvSpPr>
        <p:spPr>
          <a:xfrm>
            <a:off x="7398360" y="2760120"/>
            <a:ext cx="2671344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4240" rIns="84240" tIns="42120" bIns="42120" anchor="t">
            <a:spAutoFit/>
          </a:bodyPr>
          <a:p>
            <a:pPr algn="ctr" defTabSz="4071960">
              <a:lnSpc>
                <a:spcPct val="100000"/>
              </a:lnSpc>
            </a:pPr>
            <a:r>
              <a:rPr b="0" lang="de-DE" sz="3440" spc="-1" strike="noStrike">
                <a:solidFill>
                  <a:srgbClr val="264796"/>
                </a:solidFill>
                <a:latin typeface="Calibri"/>
              </a:rPr>
              <a:t>J. Frazier, V. Venugopal, C.C. Stephan</a:t>
            </a:r>
            <a:endParaRPr b="0" lang="en-US" sz="3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ectangle 40"/>
          <p:cNvSpPr/>
          <p:nvPr/>
        </p:nvSpPr>
        <p:spPr>
          <a:xfrm>
            <a:off x="27529200" y="26488440"/>
            <a:ext cx="13150800" cy="2700000"/>
          </a:xfrm>
          <a:prstGeom prst="rect">
            <a:avLst/>
          </a:prstGeom>
          <a:solidFill>
            <a:srgbClr val="d9d9d9">
              <a:alpha val="95000"/>
            </a:srgbClr>
          </a:solidFill>
          <a:ln w="57150">
            <a:solidFill>
              <a:srgbClr val="26479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87480" rIns="87480" tIns="43920" bIns="43920" anchor="t">
            <a:noAutofit/>
          </a:bodyPr>
          <a:p>
            <a:pPr marL="458640" indent="-458640" defTabSz="4071960">
              <a:lnSpc>
                <a:spcPct val="100000"/>
              </a:lnSpc>
              <a:tabLst>
                <a:tab algn="l" pos="0"/>
              </a:tabLst>
            </a:pPr>
            <a:endParaRPr b="0" lang="de-DE" sz="291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3" name="Picture 13044" descr=""/>
          <p:cNvPicPr/>
          <p:nvPr/>
        </p:nvPicPr>
        <p:blipFill>
          <a:blip r:embed="rId1"/>
          <a:stretch/>
        </p:blipFill>
        <p:spPr>
          <a:xfrm>
            <a:off x="746280" y="4698360"/>
            <a:ext cx="12512160" cy="550080"/>
          </a:xfrm>
          <a:prstGeom prst="rect">
            <a:avLst/>
          </a:prstGeom>
          <a:ln w="0">
            <a:noFill/>
          </a:ln>
        </p:spPr>
      </p:pic>
      <p:pic>
        <p:nvPicPr>
          <p:cNvPr id="64" name="Picture 13044" descr=""/>
          <p:cNvPicPr/>
          <p:nvPr/>
        </p:nvPicPr>
        <p:blipFill>
          <a:blip r:embed="rId2"/>
          <a:stretch/>
        </p:blipFill>
        <p:spPr>
          <a:xfrm>
            <a:off x="27685800" y="26678160"/>
            <a:ext cx="12782160" cy="471960"/>
          </a:xfrm>
          <a:prstGeom prst="rect">
            <a:avLst/>
          </a:prstGeom>
          <a:ln w="0">
            <a:noFill/>
          </a:ln>
        </p:spPr>
      </p:pic>
      <p:sp>
        <p:nvSpPr>
          <p:cNvPr id="65" name="Text Box 223"/>
          <p:cNvSpPr/>
          <p:nvPr/>
        </p:nvSpPr>
        <p:spPr>
          <a:xfrm>
            <a:off x="27757800" y="26641080"/>
            <a:ext cx="125463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480" rIns="87480" tIns="43920" bIns="43920" anchor="t">
            <a:spAutoFit/>
          </a:bodyPr>
          <a:p>
            <a:pPr algn="ctr" defTabSz="4071960">
              <a:lnSpc>
                <a:spcPct val="100000"/>
              </a:lnSpc>
            </a:pPr>
            <a:r>
              <a:rPr b="1" lang="de-DE" sz="3000" spc="-1" strike="noStrike">
                <a:solidFill>
                  <a:schemeClr val="lt1"/>
                </a:solidFill>
                <a:latin typeface="Calibri"/>
              </a:rPr>
              <a:t>References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feld 7"/>
          <p:cNvSpPr/>
          <p:nvPr/>
        </p:nvSpPr>
        <p:spPr>
          <a:xfrm>
            <a:off x="746280" y="4636440"/>
            <a:ext cx="1251216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de-DE" sz="3480" spc="-1" strike="noStrike">
                <a:solidFill>
                  <a:schemeClr val="lt1"/>
                </a:solidFill>
                <a:latin typeface="Calibri"/>
              </a:rPr>
              <a:t>Motivation</a:t>
            </a:r>
            <a:endParaRPr b="0" lang="en-US" sz="348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7" name="Gerade Verbindung 2"/>
          <p:cNvCxnSpPr/>
          <p:nvPr/>
        </p:nvCxnSpPr>
        <p:spPr>
          <a:xfrm flipV="1">
            <a:off x="363600" y="3992760"/>
            <a:ext cx="40678560" cy="39960"/>
          </a:xfrm>
          <a:prstGeom prst="straightConnector1">
            <a:avLst/>
          </a:prstGeom>
          <a:ln w="101600">
            <a:solidFill>
              <a:srgbClr val="264796"/>
            </a:solidFill>
            <a:round/>
          </a:ln>
        </p:spPr>
      </p:cxnSp>
      <p:pic>
        <p:nvPicPr>
          <p:cNvPr id="68" name="Picture 5" descr=""/>
          <p:cNvPicPr/>
          <p:nvPr/>
        </p:nvPicPr>
        <p:blipFill>
          <a:blip r:embed="rId3"/>
          <a:srcRect l="0" t="7161" r="0" b="6779"/>
          <a:stretch/>
        </p:blipFill>
        <p:spPr>
          <a:xfrm>
            <a:off x="37942200" y="1241280"/>
            <a:ext cx="3108960" cy="2192760"/>
          </a:xfrm>
          <a:prstGeom prst="rect">
            <a:avLst/>
          </a:prstGeom>
          <a:ln w="0">
            <a:noFill/>
          </a:ln>
        </p:spPr>
      </p:pic>
      <p:pic>
        <p:nvPicPr>
          <p:cNvPr id="69" name="Picture 4" descr=""/>
          <p:cNvPicPr/>
          <p:nvPr/>
        </p:nvPicPr>
        <p:blipFill>
          <a:blip r:embed="rId4"/>
          <a:stretch/>
        </p:blipFill>
        <p:spPr>
          <a:xfrm>
            <a:off x="406080" y="893520"/>
            <a:ext cx="5965920" cy="2192760"/>
          </a:xfrm>
          <a:prstGeom prst="rect">
            <a:avLst/>
          </a:prstGeom>
          <a:ln w="0">
            <a:noFill/>
          </a:ln>
        </p:spPr>
      </p:pic>
      <p:sp>
        <p:nvSpPr>
          <p:cNvPr id="70" name="Textfeld 27331"/>
          <p:cNvSpPr/>
          <p:nvPr/>
        </p:nvSpPr>
        <p:spPr>
          <a:xfrm>
            <a:off x="27660600" y="27264960"/>
            <a:ext cx="12324600" cy="10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1300" spc="-1" strike="noStrike">
                <a:solidFill>
                  <a:schemeClr val="dk1"/>
                </a:solidFill>
                <a:latin typeface="Calibri"/>
              </a:rPr>
              <a:t>* add differentiating esms here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300" spc="-1" strike="noStrike">
                <a:solidFill>
                  <a:schemeClr val="dk1"/>
                </a:solidFill>
                <a:latin typeface="Calibri"/>
              </a:rPr>
              <a:t>* add icon tunable parameters reference here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300" spc="-1" strike="noStrike">
                <a:solidFill>
                  <a:schemeClr val="dk1"/>
                </a:solidFill>
                <a:latin typeface="Calibri"/>
              </a:rPr>
              <a:t>* add ICON XPP papers if necessary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1300" spc="-1" strike="noStrike">
                <a:solidFill>
                  <a:schemeClr val="dk1"/>
                </a:solidFill>
                <a:latin typeface="Calibri"/>
              </a:rPr>
              <a:t>* add Enzyme papers if necessary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feld 22"/>
          <p:cNvSpPr/>
          <p:nvPr/>
        </p:nvSpPr>
        <p:spPr>
          <a:xfrm>
            <a:off x="25653600" y="22271760"/>
            <a:ext cx="14997240" cy="2100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feld 22"/>
          <p:cNvSpPr/>
          <p:nvPr/>
        </p:nvSpPr>
        <p:spPr>
          <a:xfrm>
            <a:off x="25653600" y="24478920"/>
            <a:ext cx="14997240" cy="15523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1"/>
          <p:cNvSpPr/>
          <p:nvPr/>
        </p:nvSpPr>
        <p:spPr>
          <a:xfrm>
            <a:off x="13869720" y="4423320"/>
            <a:ext cx="13309920" cy="24837120"/>
          </a:xfrm>
          <a:prstGeom prst="rect">
            <a:avLst/>
          </a:prstGeom>
          <a:noFill/>
          <a:ln w="57150">
            <a:solidFill>
              <a:srgbClr val="26479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291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4" name="Picture 1" descr=""/>
          <p:cNvPicPr/>
          <p:nvPr/>
        </p:nvPicPr>
        <p:blipFill>
          <a:blip r:embed="rId5"/>
          <a:stretch/>
        </p:blipFill>
        <p:spPr>
          <a:xfrm>
            <a:off x="13994280" y="4698360"/>
            <a:ext cx="12512160" cy="550080"/>
          </a:xfrm>
          <a:prstGeom prst="rect">
            <a:avLst/>
          </a:prstGeom>
          <a:ln w="0">
            <a:noFill/>
          </a:ln>
        </p:spPr>
      </p:pic>
      <p:sp>
        <p:nvSpPr>
          <p:cNvPr id="75" name="Textfeld 1"/>
          <p:cNvSpPr/>
          <p:nvPr/>
        </p:nvSpPr>
        <p:spPr>
          <a:xfrm>
            <a:off x="13994280" y="4636440"/>
            <a:ext cx="1251216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de-DE" sz="3480" spc="-1" strike="noStrike">
                <a:solidFill>
                  <a:schemeClr val="lt1"/>
                </a:solidFill>
                <a:latin typeface="Calibri"/>
              </a:rPr>
              <a:t>Approach</a:t>
            </a:r>
            <a:endParaRPr b="0" lang="en-US" sz="34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2"/>
          <p:cNvSpPr/>
          <p:nvPr/>
        </p:nvSpPr>
        <p:spPr>
          <a:xfrm>
            <a:off x="27455400" y="4423320"/>
            <a:ext cx="13309920" cy="24837120"/>
          </a:xfrm>
          <a:prstGeom prst="rect">
            <a:avLst/>
          </a:prstGeom>
          <a:noFill/>
          <a:ln w="57150">
            <a:solidFill>
              <a:srgbClr val="26479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291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7" name="Picture 2" descr=""/>
          <p:cNvPicPr/>
          <p:nvPr/>
        </p:nvPicPr>
        <p:blipFill>
          <a:blip r:embed="rId6"/>
          <a:stretch/>
        </p:blipFill>
        <p:spPr>
          <a:xfrm>
            <a:off x="27831960" y="4698360"/>
            <a:ext cx="12512160" cy="550080"/>
          </a:xfrm>
          <a:prstGeom prst="rect">
            <a:avLst/>
          </a:prstGeom>
          <a:ln w="0">
            <a:noFill/>
          </a:ln>
        </p:spPr>
      </p:pic>
      <p:sp>
        <p:nvSpPr>
          <p:cNvPr id="78" name="Textfeld 2"/>
          <p:cNvSpPr/>
          <p:nvPr/>
        </p:nvSpPr>
        <p:spPr>
          <a:xfrm>
            <a:off x="27867960" y="4636440"/>
            <a:ext cx="1251216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de-DE" sz="3480" spc="-1" strike="noStrike">
                <a:solidFill>
                  <a:schemeClr val="lt1"/>
                </a:solidFill>
                <a:latin typeface="Calibri"/>
              </a:rPr>
              <a:t>Technical Challenges and Solutions</a:t>
            </a:r>
            <a:endParaRPr b="0" lang="en-US" sz="34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LibreOffice/24.2.7.2$Linux_X86_64 LibreOffice_project/420$Build-2</Application>
  <AppVersion>15.0000</AppVersion>
  <Words>2284</Words>
  <Paragraphs>192</Paragraphs>
  <Company>IAP-KBORN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2002-07-24T12:10:23Z</dcterms:created>
  <dc:creator>kd006</dc:creator>
  <dc:description/>
  <dc:language>en-US</dc:language>
  <cp:lastModifiedBy/>
  <cp:lastPrinted>2014-07-08T08:19:32Z</cp:lastPrinted>
  <dcterms:modified xsi:type="dcterms:W3CDTF">2026-08-07T12:14:42Z</dcterms:modified>
  <cp:revision>160</cp:revision>
  <dc:subject/>
  <dc:title>Test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1</vt:i4>
  </property>
</Properties>
</file>