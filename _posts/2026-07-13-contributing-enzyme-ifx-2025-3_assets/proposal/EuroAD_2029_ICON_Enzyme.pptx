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2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1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jpeg" ContentType="image/jpeg"/>
  <Override PartName="/ppt/media/image2.png" ContentType="image/png"/>
  <Override PartName="/ppt/media/image3.png" ContentType="image/png"/>
  <Override PartName="/ppt/media/image4.svg" ContentType="image/svg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</p:sldMasterIdLst>
  <p:notesMasterIdLst>
    <p:notesMasterId r:id="rId14"/>
  </p:notesMasterIdLst>
  <p:sldIdLst>
    <p:sldId id="256" r:id="rId15"/>
  </p:sldIdLst>
  <p:sldSz cx="42803763" cy="30275213"/>
  <p:notesSz cx="9928225" cy="6797675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1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1D1B2138-BE93-4C53-A871-92BF604E23E8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sldNum" idx="40"/>
          </p:nvPr>
        </p:nvSpPr>
        <p:spPr>
          <a:xfrm>
            <a:off x="5622480" y="6456240"/>
            <a:ext cx="4303800" cy="3398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 defTabSz="913320">
              <a:lnSpc>
                <a:spcPct val="100000"/>
              </a:lnSpc>
              <a:buNone/>
              <a:tabLst>
                <a:tab algn="l" pos="0"/>
              </a:tabLst>
              <a:defRPr b="0" lang="de-DE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 defTabSz="913320">
              <a:lnSpc>
                <a:spcPct val="100000"/>
              </a:lnSpc>
              <a:buNone/>
              <a:tabLst>
                <a:tab algn="l" pos="0"/>
              </a:tabLst>
            </a:pPr>
            <a:fld id="{9A6AC1F8-67F7-43BF-849C-48F3E490E2C6}" type="slidenum">
              <a:rPr b="0" lang="de-DE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sldImg"/>
          </p:nvPr>
        </p:nvSpPr>
        <p:spPr>
          <a:xfrm>
            <a:off x="3165480" y="509760"/>
            <a:ext cx="3601440" cy="2547360"/>
          </a:xfrm>
          <a:prstGeom prst="rect">
            <a:avLst/>
          </a:prstGeom>
          <a:ln w="0">
            <a:noFill/>
          </a:ln>
        </p:spPr>
      </p:sp>
      <p:sp>
        <p:nvSpPr>
          <p:cNvPr id="99" name="PlaceHolder 3"/>
          <p:cNvSpPr>
            <a:spLocks noGrp="1"/>
          </p:cNvSpPr>
          <p:nvPr>
            <p:ph type="body"/>
          </p:nvPr>
        </p:nvSpPr>
        <p:spPr>
          <a:xfrm>
            <a:off x="992520" y="3229200"/>
            <a:ext cx="7942320" cy="3057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2139840" y="1207800"/>
            <a:ext cx="38522880" cy="505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2139840" y="7084080"/>
            <a:ext cx="38522880" cy="1755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17ECA90-F4AE-4816-ACD8-D7290ECD25D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012B6FC-B050-4D41-AAB2-41A9857346D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562A331-42C4-40B7-833F-0D9131743A1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765B25C-BFB7-46D6-A7A3-5A61D7D047C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2139840" y="1207800"/>
            <a:ext cx="38522880" cy="505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2139840" y="7084080"/>
            <a:ext cx="38522880" cy="1755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7DB4900-A1BF-4ACB-9644-2116966334B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C46FC77-4133-43EB-B75A-3F5BC67984D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2139840" y="1207800"/>
            <a:ext cx="38522880" cy="505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2139840" y="7084080"/>
            <a:ext cx="18798840" cy="1755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/>
          </p:nvPr>
        </p:nvSpPr>
        <p:spPr>
          <a:xfrm>
            <a:off x="21879000" y="7084080"/>
            <a:ext cx="18798840" cy="1755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10ED2E5-1566-4C56-AD8F-726CD86B4C6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75A3A9F-DE60-44AB-ABFF-4DC9E1F5051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2139840" y="1207800"/>
            <a:ext cx="38522880" cy="505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719FB457-88D8-4323-8926-ACF3DEDFAEA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96B5E8B4-DE0D-4FF0-B6F8-B213CD37A15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899A3018-A9DE-4A4D-8B99-F7F660D537D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812A2F23-AD48-41EA-A203-39508912451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2139840" y="1207800"/>
            <a:ext cx="38522520" cy="5055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k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h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x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14623920" y="27581760"/>
            <a:ext cx="1355508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30680640" y="27581760"/>
            <a:ext cx="891540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r" defTabSz="3855240">
              <a:lnSpc>
                <a:spcPct val="100000"/>
              </a:lnSpc>
              <a:buNone/>
              <a:tabLst>
                <a:tab algn="l" pos="0"/>
              </a:tabLst>
              <a:defRPr b="0" lang="de-DE" sz="6060" spc="-1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indent="0" algn="r" defTabSz="3855240">
              <a:lnSpc>
                <a:spcPct val="100000"/>
              </a:lnSpc>
              <a:buNone/>
              <a:tabLst>
                <a:tab algn="l" pos="0"/>
              </a:tabLst>
            </a:pPr>
            <a:fld id="{5E5EE3D0-C738-4AE1-A7DF-30323497EB08}" type="slidenum">
              <a:rPr b="0" lang="de-DE" sz="6060" spc="-1" strike="noStrike">
                <a:solidFill>
                  <a:schemeClr val="dk1"/>
                </a:solidFill>
                <a:latin typeface="Times New Roman"/>
              </a:rPr>
              <a:t>&lt;number&gt;</a:t>
            </a:fld>
            <a:endParaRPr b="0" lang="en-US" sz="60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3206880" y="27581760"/>
            <a:ext cx="891540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ftr" idx="4"/>
          </p:nvPr>
        </p:nvSpPr>
        <p:spPr>
          <a:xfrm>
            <a:off x="14623920" y="27581760"/>
            <a:ext cx="1355508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5"/>
          </p:nvPr>
        </p:nvSpPr>
        <p:spPr>
          <a:xfrm>
            <a:off x="30680640" y="27581760"/>
            <a:ext cx="891540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r" defTabSz="3855240">
              <a:lnSpc>
                <a:spcPct val="100000"/>
              </a:lnSpc>
              <a:buNone/>
              <a:tabLst>
                <a:tab algn="l" pos="0"/>
              </a:tabLst>
              <a:defRPr b="0" lang="de-DE" sz="6060" spc="-1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indent="0" algn="r" defTabSz="3855240">
              <a:lnSpc>
                <a:spcPct val="100000"/>
              </a:lnSpc>
              <a:buNone/>
              <a:tabLst>
                <a:tab algn="l" pos="0"/>
              </a:tabLst>
            </a:pPr>
            <a:fld id="{AC33D985-C81B-41E8-9FC9-1F477E59FADE}" type="slidenum">
              <a:rPr b="0" lang="de-DE" sz="6060" spc="-1" strike="noStrike">
                <a:solidFill>
                  <a:schemeClr val="dk1"/>
                </a:solidFill>
                <a:latin typeface="Times New Roman"/>
              </a:rPr>
              <a:t>&lt;number&gt;</a:t>
            </a:fld>
            <a:endParaRPr b="0" lang="en-US" sz="60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6"/>
          </p:nvPr>
        </p:nvSpPr>
        <p:spPr>
          <a:xfrm>
            <a:off x="3206880" y="27581760"/>
            <a:ext cx="891540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ftr" idx="7"/>
          </p:nvPr>
        </p:nvSpPr>
        <p:spPr>
          <a:xfrm>
            <a:off x="14623920" y="27581760"/>
            <a:ext cx="1355508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8"/>
          </p:nvPr>
        </p:nvSpPr>
        <p:spPr>
          <a:xfrm>
            <a:off x="30680640" y="27581760"/>
            <a:ext cx="891540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r" defTabSz="3855240">
              <a:lnSpc>
                <a:spcPct val="100000"/>
              </a:lnSpc>
              <a:buNone/>
              <a:tabLst>
                <a:tab algn="l" pos="0"/>
              </a:tabLst>
              <a:defRPr b="0" lang="de-DE" sz="6060" spc="-1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indent="0" algn="r" defTabSz="3855240">
              <a:lnSpc>
                <a:spcPct val="100000"/>
              </a:lnSpc>
              <a:buNone/>
              <a:tabLst>
                <a:tab algn="l" pos="0"/>
              </a:tabLst>
            </a:pPr>
            <a:fld id="{93A98A7F-8DCF-49E5-81C0-9CB4EC1821F0}" type="slidenum">
              <a:rPr b="0" lang="de-DE" sz="6060" spc="-1" strike="noStrike">
                <a:solidFill>
                  <a:schemeClr val="dk1"/>
                </a:solidFill>
                <a:latin typeface="Times New Roman"/>
              </a:rPr>
              <a:t>&lt;number&gt;</a:t>
            </a:fld>
            <a:endParaRPr b="0" lang="en-US" sz="60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9"/>
          </p:nvPr>
        </p:nvSpPr>
        <p:spPr>
          <a:xfrm>
            <a:off x="3206880" y="27581760"/>
            <a:ext cx="891540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ftr" idx="10"/>
          </p:nvPr>
        </p:nvSpPr>
        <p:spPr>
          <a:xfrm>
            <a:off x="14623920" y="27581760"/>
            <a:ext cx="1355508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ldNum" idx="11"/>
          </p:nvPr>
        </p:nvSpPr>
        <p:spPr>
          <a:xfrm>
            <a:off x="30680640" y="27581760"/>
            <a:ext cx="891540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r" defTabSz="3855240">
              <a:lnSpc>
                <a:spcPct val="100000"/>
              </a:lnSpc>
              <a:buNone/>
              <a:tabLst>
                <a:tab algn="l" pos="0"/>
              </a:tabLst>
              <a:defRPr b="0" lang="de-DE" sz="6060" spc="-1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indent="0" algn="r" defTabSz="3855240">
              <a:lnSpc>
                <a:spcPct val="100000"/>
              </a:lnSpc>
              <a:buNone/>
              <a:tabLst>
                <a:tab algn="l" pos="0"/>
              </a:tabLst>
            </a:pPr>
            <a:fld id="{C88F6435-0A5C-4713-B9B9-8BDB5A8B7A5A}" type="slidenum">
              <a:rPr b="0" lang="de-DE" sz="6060" spc="-1" strike="noStrike">
                <a:solidFill>
                  <a:schemeClr val="dk1"/>
                </a:solidFill>
                <a:latin typeface="Times New Roman"/>
              </a:rPr>
              <a:t>&lt;number&gt;</a:t>
            </a:fld>
            <a:endParaRPr b="0" lang="en-US" sz="60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12"/>
          </p:nvPr>
        </p:nvSpPr>
        <p:spPr>
          <a:xfrm>
            <a:off x="3206880" y="27581760"/>
            <a:ext cx="891540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title"/>
          </p:nvPr>
        </p:nvSpPr>
        <p:spPr>
          <a:xfrm>
            <a:off x="2139840" y="1207800"/>
            <a:ext cx="38522880" cy="505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body"/>
          </p:nvPr>
        </p:nvSpPr>
        <p:spPr>
          <a:xfrm>
            <a:off x="2139840" y="7084080"/>
            <a:ext cx="38522880" cy="1755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2139840" y="1207800"/>
            <a:ext cx="38522520" cy="5055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3206880" y="2693160"/>
            <a:ext cx="36389520" cy="242172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3"/>
          </p:nvPr>
        </p:nvSpPr>
        <p:spPr>
          <a:xfrm>
            <a:off x="14623920" y="27581760"/>
            <a:ext cx="1355508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4"/>
          </p:nvPr>
        </p:nvSpPr>
        <p:spPr>
          <a:xfrm>
            <a:off x="30680640" y="27581760"/>
            <a:ext cx="891540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r" defTabSz="3855240">
              <a:lnSpc>
                <a:spcPct val="100000"/>
              </a:lnSpc>
              <a:buNone/>
              <a:tabLst>
                <a:tab algn="l" pos="0"/>
              </a:tabLst>
              <a:defRPr b="0" lang="de-DE" sz="6060" spc="-1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indent="0" algn="r" defTabSz="3855240">
              <a:lnSpc>
                <a:spcPct val="100000"/>
              </a:lnSpc>
              <a:buNone/>
              <a:tabLst>
                <a:tab algn="l" pos="0"/>
              </a:tabLst>
            </a:pPr>
            <a:fld id="{7427E8F5-27B6-45D8-9A56-E143CE620442}" type="slidenum">
              <a:rPr b="0" lang="de-DE" sz="6060" spc="-1" strike="noStrike">
                <a:solidFill>
                  <a:schemeClr val="dk1"/>
                </a:solidFill>
                <a:latin typeface="Times New Roman"/>
              </a:rPr>
              <a:t>&lt;number&gt;</a:t>
            </a:fld>
            <a:endParaRPr b="0" lang="en-US" sz="60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dt" idx="15"/>
          </p:nvPr>
        </p:nvSpPr>
        <p:spPr>
          <a:xfrm>
            <a:off x="3206880" y="27581760"/>
            <a:ext cx="891540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ftr" idx="16"/>
          </p:nvPr>
        </p:nvSpPr>
        <p:spPr>
          <a:xfrm>
            <a:off x="14623920" y="27581760"/>
            <a:ext cx="1355508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sldNum" idx="17"/>
          </p:nvPr>
        </p:nvSpPr>
        <p:spPr>
          <a:xfrm>
            <a:off x="30680640" y="27581760"/>
            <a:ext cx="891540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r" defTabSz="3855240">
              <a:lnSpc>
                <a:spcPct val="100000"/>
              </a:lnSpc>
              <a:buNone/>
              <a:tabLst>
                <a:tab algn="l" pos="0"/>
              </a:tabLst>
              <a:defRPr b="0" lang="de-DE" sz="6060" spc="-1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indent="0" algn="r" defTabSz="3855240">
              <a:lnSpc>
                <a:spcPct val="100000"/>
              </a:lnSpc>
              <a:buNone/>
              <a:tabLst>
                <a:tab algn="l" pos="0"/>
              </a:tabLst>
            </a:pPr>
            <a:fld id="{99B8E0F6-A05C-4931-9238-CBD2C1B45B25}" type="slidenum">
              <a:rPr b="0" lang="de-DE" sz="6060" spc="-1" strike="noStrike">
                <a:solidFill>
                  <a:schemeClr val="dk1"/>
                </a:solidFill>
                <a:latin typeface="Times New Roman"/>
              </a:rPr>
              <a:t>&lt;number&gt;</a:t>
            </a:fld>
            <a:endParaRPr b="0" lang="en-US" sz="60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8"/>
          </p:nvPr>
        </p:nvSpPr>
        <p:spPr>
          <a:xfrm>
            <a:off x="3206880" y="27581760"/>
            <a:ext cx="891540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2139840" y="1207800"/>
            <a:ext cx="38522520" cy="5055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3206880" y="2693160"/>
            <a:ext cx="17757720" cy="242172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21853080" y="2693160"/>
            <a:ext cx="17757720" cy="242172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9"/>
          </p:nvPr>
        </p:nvSpPr>
        <p:spPr>
          <a:xfrm>
            <a:off x="14623920" y="27581760"/>
            <a:ext cx="1355508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20"/>
          </p:nvPr>
        </p:nvSpPr>
        <p:spPr>
          <a:xfrm>
            <a:off x="30680640" y="27581760"/>
            <a:ext cx="891540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r" defTabSz="3855240">
              <a:lnSpc>
                <a:spcPct val="100000"/>
              </a:lnSpc>
              <a:buNone/>
              <a:tabLst>
                <a:tab algn="l" pos="0"/>
              </a:tabLst>
              <a:defRPr b="0" lang="de-DE" sz="6060" spc="-1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indent="0" algn="r" defTabSz="3855240">
              <a:lnSpc>
                <a:spcPct val="100000"/>
              </a:lnSpc>
              <a:buNone/>
              <a:tabLst>
                <a:tab algn="l" pos="0"/>
              </a:tabLst>
            </a:pPr>
            <a:fld id="{104BEC03-86AB-4835-9648-4F989FCDA5D8}" type="slidenum">
              <a:rPr b="0" lang="de-DE" sz="6060" spc="-1" strike="noStrike">
                <a:solidFill>
                  <a:schemeClr val="dk1"/>
                </a:solidFill>
                <a:latin typeface="Times New Roman"/>
              </a:rPr>
              <a:t>&lt;number&gt;</a:t>
            </a:fld>
            <a:endParaRPr b="0" lang="en-US" sz="60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dt" idx="21"/>
          </p:nvPr>
        </p:nvSpPr>
        <p:spPr>
          <a:xfrm>
            <a:off x="3206880" y="27581760"/>
            <a:ext cx="891540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ftr" idx="22"/>
          </p:nvPr>
        </p:nvSpPr>
        <p:spPr>
          <a:xfrm>
            <a:off x="14623920" y="27581760"/>
            <a:ext cx="1355508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ldNum" idx="23"/>
          </p:nvPr>
        </p:nvSpPr>
        <p:spPr>
          <a:xfrm>
            <a:off x="30680640" y="27581760"/>
            <a:ext cx="891540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r" defTabSz="3855240">
              <a:lnSpc>
                <a:spcPct val="100000"/>
              </a:lnSpc>
              <a:buNone/>
              <a:tabLst>
                <a:tab algn="l" pos="0"/>
              </a:tabLst>
              <a:defRPr b="0" lang="de-DE" sz="6060" spc="-1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indent="0" algn="r" defTabSz="3855240">
              <a:lnSpc>
                <a:spcPct val="100000"/>
              </a:lnSpc>
              <a:buNone/>
              <a:tabLst>
                <a:tab algn="l" pos="0"/>
              </a:tabLst>
            </a:pPr>
            <a:fld id="{8A9CD9C7-1CBC-4F34-BF97-9CBB6BC8F9C6}" type="slidenum">
              <a:rPr b="0" lang="de-DE" sz="6060" spc="-1" strike="noStrike">
                <a:solidFill>
                  <a:schemeClr val="dk1"/>
                </a:solidFill>
                <a:latin typeface="Times New Roman"/>
              </a:rPr>
              <a:t>&lt;number&gt;</a:t>
            </a:fld>
            <a:endParaRPr b="0" lang="en-US" sz="60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24"/>
          </p:nvPr>
        </p:nvSpPr>
        <p:spPr>
          <a:xfrm>
            <a:off x="3206880" y="27581760"/>
            <a:ext cx="891540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2139840" y="1207800"/>
            <a:ext cx="38522520" cy="5055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ftr" idx="25"/>
          </p:nvPr>
        </p:nvSpPr>
        <p:spPr>
          <a:xfrm>
            <a:off x="14623920" y="27581760"/>
            <a:ext cx="1355508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sldNum" idx="26"/>
          </p:nvPr>
        </p:nvSpPr>
        <p:spPr>
          <a:xfrm>
            <a:off x="30680640" y="27581760"/>
            <a:ext cx="891540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r" defTabSz="3855240">
              <a:lnSpc>
                <a:spcPct val="100000"/>
              </a:lnSpc>
              <a:buNone/>
              <a:tabLst>
                <a:tab algn="l" pos="0"/>
              </a:tabLst>
              <a:defRPr b="0" lang="de-DE" sz="6060" spc="-1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indent="0" algn="r" defTabSz="3855240">
              <a:lnSpc>
                <a:spcPct val="100000"/>
              </a:lnSpc>
              <a:buNone/>
              <a:tabLst>
                <a:tab algn="l" pos="0"/>
              </a:tabLst>
            </a:pPr>
            <a:fld id="{A2CC3C10-A489-4F50-A692-2DFF8103544B}" type="slidenum">
              <a:rPr b="0" lang="de-DE" sz="6060" spc="-1" strike="noStrike">
                <a:solidFill>
                  <a:schemeClr val="dk1"/>
                </a:solidFill>
                <a:latin typeface="Times New Roman"/>
              </a:rPr>
              <a:t>&lt;number&gt;</a:t>
            </a:fld>
            <a:endParaRPr b="0" lang="en-US" sz="60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dt" idx="27"/>
          </p:nvPr>
        </p:nvSpPr>
        <p:spPr>
          <a:xfrm>
            <a:off x="3206880" y="27581760"/>
            <a:ext cx="891540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ftr" idx="28"/>
          </p:nvPr>
        </p:nvSpPr>
        <p:spPr>
          <a:xfrm>
            <a:off x="14623920" y="27581760"/>
            <a:ext cx="1355508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ldNum" idx="29"/>
          </p:nvPr>
        </p:nvSpPr>
        <p:spPr>
          <a:xfrm>
            <a:off x="30680640" y="27581760"/>
            <a:ext cx="891540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r" defTabSz="3855240">
              <a:lnSpc>
                <a:spcPct val="100000"/>
              </a:lnSpc>
              <a:buNone/>
              <a:tabLst>
                <a:tab algn="l" pos="0"/>
              </a:tabLst>
              <a:defRPr b="0" lang="de-DE" sz="6060" spc="-1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indent="0" algn="r" defTabSz="3855240">
              <a:lnSpc>
                <a:spcPct val="100000"/>
              </a:lnSpc>
              <a:buNone/>
              <a:tabLst>
                <a:tab algn="l" pos="0"/>
              </a:tabLst>
            </a:pPr>
            <a:fld id="{7E93F8B9-3A69-445A-A8E3-B202315D1B59}" type="slidenum">
              <a:rPr b="0" lang="de-DE" sz="6060" spc="-1" strike="noStrike">
                <a:solidFill>
                  <a:schemeClr val="dk1"/>
                </a:solidFill>
                <a:latin typeface="Times New Roman"/>
              </a:rPr>
              <a:t>&lt;number&gt;</a:t>
            </a:fld>
            <a:endParaRPr b="0" lang="en-US" sz="60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30"/>
          </p:nvPr>
        </p:nvSpPr>
        <p:spPr>
          <a:xfrm>
            <a:off x="3206880" y="27581760"/>
            <a:ext cx="891540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ftr" idx="31"/>
          </p:nvPr>
        </p:nvSpPr>
        <p:spPr>
          <a:xfrm>
            <a:off x="14623920" y="27581760"/>
            <a:ext cx="1355508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32"/>
          </p:nvPr>
        </p:nvSpPr>
        <p:spPr>
          <a:xfrm>
            <a:off x="30680640" y="27581760"/>
            <a:ext cx="891540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r" defTabSz="3855240">
              <a:lnSpc>
                <a:spcPct val="100000"/>
              </a:lnSpc>
              <a:buNone/>
              <a:tabLst>
                <a:tab algn="l" pos="0"/>
              </a:tabLst>
              <a:defRPr b="0" lang="de-DE" sz="6060" spc="-1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indent="0" algn="r" defTabSz="3855240">
              <a:lnSpc>
                <a:spcPct val="100000"/>
              </a:lnSpc>
              <a:buNone/>
              <a:tabLst>
                <a:tab algn="l" pos="0"/>
              </a:tabLst>
            </a:pPr>
            <a:fld id="{9EDE795B-A4C9-49B8-B83F-2006D3498DED}" type="slidenum">
              <a:rPr b="0" lang="de-DE" sz="6060" spc="-1" strike="noStrike">
                <a:solidFill>
                  <a:schemeClr val="dk1"/>
                </a:solidFill>
                <a:latin typeface="Times New Roman"/>
              </a:rPr>
              <a:t>&lt;number&gt;</a:t>
            </a:fld>
            <a:endParaRPr b="0" lang="en-US" sz="60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33"/>
          </p:nvPr>
        </p:nvSpPr>
        <p:spPr>
          <a:xfrm>
            <a:off x="3206880" y="27581760"/>
            <a:ext cx="891540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ftr" idx="34"/>
          </p:nvPr>
        </p:nvSpPr>
        <p:spPr>
          <a:xfrm>
            <a:off x="14623920" y="27581760"/>
            <a:ext cx="1355508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ldNum" idx="35"/>
          </p:nvPr>
        </p:nvSpPr>
        <p:spPr>
          <a:xfrm>
            <a:off x="30680640" y="27581760"/>
            <a:ext cx="891540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 algn="r" defTabSz="3855240">
              <a:lnSpc>
                <a:spcPct val="100000"/>
              </a:lnSpc>
              <a:buNone/>
              <a:tabLst>
                <a:tab algn="l" pos="0"/>
              </a:tabLst>
              <a:defRPr b="0" lang="de-DE" sz="6060" spc="-1" strike="noStrike">
                <a:solidFill>
                  <a:schemeClr val="dk1"/>
                </a:solidFill>
                <a:latin typeface="Times New Roman"/>
              </a:defRPr>
            </a:lvl1pPr>
          </a:lstStyle>
          <a:p>
            <a:pPr indent="0" algn="r" defTabSz="3855240">
              <a:lnSpc>
                <a:spcPct val="100000"/>
              </a:lnSpc>
              <a:buNone/>
              <a:tabLst>
                <a:tab algn="l" pos="0"/>
              </a:tabLst>
            </a:pPr>
            <a:fld id="{ECCF7E9E-40E0-4BAF-8A20-025FDEF0C06C}" type="slidenum">
              <a:rPr b="0" lang="de-DE" sz="6060" spc="-1" strike="noStrike">
                <a:solidFill>
                  <a:schemeClr val="dk1"/>
                </a:solidFill>
                <a:latin typeface="Times New Roman"/>
              </a:rPr>
              <a:t>&lt;number&gt;</a:t>
            </a:fld>
            <a:endParaRPr b="0" lang="en-US" sz="60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dt" idx="36"/>
          </p:nvPr>
        </p:nvSpPr>
        <p:spPr>
          <a:xfrm>
            <a:off x="3206880" y="27581760"/>
            <a:ext cx="8915400" cy="201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07160" rIns="407160" tIns="203760" bIns="20376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81"/>
          <p:cNvSpPr/>
          <p:nvPr/>
        </p:nvSpPr>
        <p:spPr>
          <a:xfrm>
            <a:off x="1281960" y="19046520"/>
            <a:ext cx="24367680" cy="10216080"/>
          </a:xfrm>
          <a:prstGeom prst="rect">
            <a:avLst/>
          </a:prstGeom>
          <a:solidFill>
            <a:schemeClr val="bg1"/>
          </a:solidFill>
          <a:ln w="57150">
            <a:solidFill>
              <a:srgbClr val="264796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de-DE" sz="3359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0" name="Rectangle 66"/>
          <p:cNvSpPr/>
          <p:nvPr/>
        </p:nvSpPr>
        <p:spPr>
          <a:xfrm>
            <a:off x="1281960" y="9413640"/>
            <a:ext cx="24367680" cy="9292680"/>
          </a:xfrm>
          <a:prstGeom prst="rect">
            <a:avLst/>
          </a:prstGeom>
          <a:solidFill>
            <a:schemeClr val="bg1"/>
          </a:solidFill>
          <a:ln w="57150">
            <a:solidFill>
              <a:srgbClr val="264796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de-DE" sz="3359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1" name="Rectangle 36"/>
          <p:cNvSpPr/>
          <p:nvPr/>
        </p:nvSpPr>
        <p:spPr>
          <a:xfrm>
            <a:off x="1323360" y="4030200"/>
            <a:ext cx="24330960" cy="5110200"/>
          </a:xfrm>
          <a:prstGeom prst="rect">
            <a:avLst/>
          </a:prstGeom>
          <a:noFill/>
          <a:ln w="57150">
            <a:solidFill>
              <a:srgbClr val="264796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de-DE" sz="3359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Text Box 32"/>
          <p:cNvSpPr/>
          <p:nvPr/>
        </p:nvSpPr>
        <p:spPr>
          <a:xfrm>
            <a:off x="8092080" y="438840"/>
            <a:ext cx="26619120" cy="13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3520" rIns="83520" tIns="41760" bIns="41760" anchor="t">
            <a:spAutoFit/>
          </a:bodyPr>
          <a:p>
            <a:pPr algn="ctr" defTabSz="407196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n-US" sz="8420" spc="-1" strike="noStrike">
                <a:solidFill>
                  <a:srgbClr val="264796"/>
                </a:solidFill>
                <a:latin typeface="Calibri"/>
              </a:rPr>
              <a:t>Towards Enzyme-based AD for Tuning the ICON-XPP Model</a:t>
            </a:r>
            <a:endParaRPr b="0" lang="en-US" sz="84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Box 35"/>
          <p:cNvSpPr/>
          <p:nvPr/>
        </p:nvSpPr>
        <p:spPr>
          <a:xfrm>
            <a:off x="8240760" y="2064600"/>
            <a:ext cx="26426880" cy="63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3520" rIns="83520" tIns="41760" bIns="41760" anchor="t">
            <a:spAutoFit/>
          </a:bodyPr>
          <a:p>
            <a:pPr algn="ctr" defTabSz="4071960">
              <a:lnSpc>
                <a:spcPct val="100000"/>
              </a:lnSpc>
            </a:pPr>
            <a:r>
              <a:rPr b="0" lang="de-DE" sz="3600" spc="-1" strike="noStrike">
                <a:solidFill>
                  <a:srgbClr val="264796"/>
                </a:solidFill>
                <a:latin typeface="Cambria"/>
                <a:ea typeface="Cambria"/>
              </a:rPr>
              <a:t>J. Frazier, V. Venugopal, C.C. Stephan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Rectangle 40"/>
          <p:cNvSpPr/>
          <p:nvPr/>
        </p:nvSpPr>
        <p:spPr>
          <a:xfrm>
            <a:off x="26000280" y="24157440"/>
            <a:ext cx="15521040" cy="5104800"/>
          </a:xfrm>
          <a:prstGeom prst="rect">
            <a:avLst/>
          </a:prstGeom>
          <a:solidFill>
            <a:srgbClr val="d9d9d9">
              <a:alpha val="95000"/>
            </a:srgbClr>
          </a:solidFill>
          <a:ln w="57150">
            <a:solidFill>
              <a:srgbClr val="264796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86400" rIns="86400" tIns="43200" bIns="43200" anchor="t">
            <a:noAutofit/>
          </a:bodyPr>
          <a:p>
            <a:pPr marL="458640" indent="-458640" defTabSz="4071960">
              <a:lnSpc>
                <a:spcPct val="100000"/>
              </a:lnSpc>
              <a:tabLst>
                <a:tab algn="l" pos="0"/>
              </a:tabLst>
            </a:pPr>
            <a:endParaRPr b="0" lang="de-DE" sz="3359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5" name="Rectangle 195"/>
          <p:cNvSpPr/>
          <p:nvPr/>
        </p:nvSpPr>
        <p:spPr>
          <a:xfrm>
            <a:off x="26000280" y="4030200"/>
            <a:ext cx="15521040" cy="19743840"/>
          </a:xfrm>
          <a:prstGeom prst="rect">
            <a:avLst/>
          </a:prstGeom>
          <a:solidFill>
            <a:schemeClr val="bg1"/>
          </a:solidFill>
          <a:ln w="57150">
            <a:solidFill>
              <a:srgbClr val="264796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endParaRPr b="0" lang="de-DE" sz="3359" spc="-1" strike="noStrike">
              <a:solidFill>
                <a:schemeClr val="dk1"/>
              </a:solidFill>
              <a:latin typeface="Segoe UI"/>
            </a:endParaRPr>
          </a:p>
        </p:txBody>
      </p:sp>
      <p:sp>
        <p:nvSpPr>
          <p:cNvPr id="66" name="Text Box 223"/>
          <p:cNvSpPr/>
          <p:nvPr/>
        </p:nvSpPr>
        <p:spPr>
          <a:xfrm>
            <a:off x="26336880" y="24426720"/>
            <a:ext cx="14840280" cy="601560"/>
          </a:xfrm>
          <a:prstGeom prst="rect">
            <a:avLst/>
          </a:prstGeom>
          <a:solidFill>
            <a:srgbClr val="26479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de-DE" sz="3359" spc="-1" strike="noStrike">
                <a:solidFill>
                  <a:schemeClr val="lt1"/>
                </a:solidFill>
                <a:latin typeface="Segoe UI"/>
              </a:rPr>
              <a:t>References</a:t>
            </a:r>
            <a:endParaRPr b="0" lang="en-US" sz="335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Textfeld 7"/>
          <p:cNvSpPr/>
          <p:nvPr/>
        </p:nvSpPr>
        <p:spPr>
          <a:xfrm>
            <a:off x="1660320" y="4336560"/>
            <a:ext cx="23657760" cy="607680"/>
          </a:xfrm>
          <a:prstGeom prst="rect">
            <a:avLst/>
          </a:prstGeom>
          <a:solidFill>
            <a:srgbClr val="26479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de-DE" sz="3400" spc="-1" strike="noStrike">
                <a:solidFill>
                  <a:schemeClr val="lt1"/>
                </a:solidFill>
                <a:latin typeface="Segoe UI"/>
              </a:rPr>
              <a:t>Overview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Textfeld 105"/>
          <p:cNvSpPr/>
          <p:nvPr/>
        </p:nvSpPr>
        <p:spPr>
          <a:xfrm>
            <a:off x="1660320" y="9726480"/>
            <a:ext cx="23657760" cy="607680"/>
          </a:xfrm>
          <a:prstGeom prst="rect">
            <a:avLst/>
          </a:prstGeom>
          <a:solidFill>
            <a:srgbClr val="26479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de-DE" sz="3400" spc="-1" strike="noStrike">
                <a:solidFill>
                  <a:schemeClr val="lt1"/>
                </a:solidFill>
                <a:latin typeface="Segoe UI"/>
              </a:rPr>
              <a:t>Approach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Textfeld 106"/>
          <p:cNvSpPr/>
          <p:nvPr/>
        </p:nvSpPr>
        <p:spPr>
          <a:xfrm>
            <a:off x="1660320" y="19274400"/>
            <a:ext cx="23657760" cy="601560"/>
          </a:xfrm>
          <a:prstGeom prst="rect">
            <a:avLst/>
          </a:prstGeom>
          <a:solidFill>
            <a:srgbClr val="26479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de-DE" sz="3359" spc="-1" strike="noStrike">
                <a:solidFill>
                  <a:schemeClr val="lt1"/>
                </a:solidFill>
                <a:latin typeface="Segoe UI"/>
              </a:rPr>
              <a:t>Technical Challenges</a:t>
            </a:r>
            <a:endParaRPr b="0" lang="en-US" sz="335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Textfeld 107"/>
          <p:cNvSpPr/>
          <p:nvPr/>
        </p:nvSpPr>
        <p:spPr>
          <a:xfrm>
            <a:off x="26336880" y="4343040"/>
            <a:ext cx="14840280" cy="601560"/>
          </a:xfrm>
          <a:prstGeom prst="rect">
            <a:avLst/>
          </a:prstGeom>
          <a:solidFill>
            <a:srgbClr val="26479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de-DE" sz="3359" spc="-1" strike="noStrike">
                <a:solidFill>
                  <a:schemeClr val="lt1"/>
                </a:solidFill>
                <a:latin typeface="Segoe UI"/>
              </a:rPr>
              <a:t>Outlook</a:t>
            </a:r>
            <a:endParaRPr b="0" lang="en-US" sz="3359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71" name="Gerade Verbindung 2"/>
          <p:cNvCxnSpPr/>
          <p:nvPr/>
        </p:nvCxnSpPr>
        <p:spPr>
          <a:xfrm>
            <a:off x="1281240" y="3525120"/>
            <a:ext cx="40241160" cy="36360"/>
          </a:xfrm>
          <a:prstGeom prst="straightConnector1">
            <a:avLst/>
          </a:prstGeom>
          <a:ln w="101600">
            <a:solidFill>
              <a:srgbClr val="264796"/>
            </a:solidFill>
            <a:round/>
          </a:ln>
        </p:spPr>
      </p:cxnSp>
      <p:pic>
        <p:nvPicPr>
          <p:cNvPr id="72" name="Picture 5" descr=""/>
          <p:cNvPicPr/>
          <p:nvPr/>
        </p:nvPicPr>
        <p:blipFill>
          <a:blip r:embed="rId1"/>
          <a:srcRect l="0" t="7158" r="0" b="6785"/>
          <a:stretch/>
        </p:blipFill>
        <p:spPr>
          <a:xfrm>
            <a:off x="38322000" y="889200"/>
            <a:ext cx="3180240" cy="2243160"/>
          </a:xfrm>
          <a:prstGeom prst="rect">
            <a:avLst/>
          </a:prstGeom>
          <a:ln w="0">
            <a:noFill/>
          </a:ln>
        </p:spPr>
      </p:pic>
      <p:pic>
        <p:nvPicPr>
          <p:cNvPr id="73" name="Grafik 3" descr="Ein Bild, das Schrift, Text, Grafiken, Logo enthält.&#10;&#10;KI-generierte Inhalte können fehlerhaft sein."/>
          <p:cNvPicPr/>
          <p:nvPr/>
        </p:nvPicPr>
        <p:blipFill>
          <a:blip r:embed="rId2"/>
          <a:stretch/>
        </p:blipFill>
        <p:spPr>
          <a:xfrm>
            <a:off x="1324800" y="93600"/>
            <a:ext cx="8282880" cy="3185280"/>
          </a:xfrm>
          <a:prstGeom prst="rect">
            <a:avLst/>
          </a:prstGeom>
          <a:ln w="0">
            <a:noFill/>
          </a:ln>
        </p:spPr>
      </p:pic>
      <p:sp>
        <p:nvSpPr>
          <p:cNvPr id="74" name="Textfeld 4"/>
          <p:cNvSpPr/>
          <p:nvPr/>
        </p:nvSpPr>
        <p:spPr>
          <a:xfrm>
            <a:off x="1651680" y="5137560"/>
            <a:ext cx="44276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2400" spc="-1" strike="noStrike">
                <a:solidFill>
                  <a:schemeClr val="dk1"/>
                </a:solidFill>
                <a:latin typeface="Cambria"/>
                <a:ea typeface="Cambria"/>
              </a:rPr>
              <a:t>Text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5" name=""/>
          <p:cNvGrpSpPr/>
          <p:nvPr/>
        </p:nvGrpSpPr>
        <p:grpSpPr>
          <a:xfrm>
            <a:off x="3566880" y="21400560"/>
            <a:ext cx="2575440" cy="1085400"/>
            <a:chOff x="3566880" y="21400560"/>
            <a:chExt cx="2575440" cy="1085400"/>
          </a:xfrm>
        </p:grpSpPr>
        <p:sp>
          <p:nvSpPr>
            <p:cNvPr id="76" name=""/>
            <p:cNvSpPr/>
            <p:nvPr/>
          </p:nvSpPr>
          <p:spPr>
            <a:xfrm>
              <a:off x="4854600" y="21400560"/>
              <a:ext cx="0" cy="542520"/>
            </a:xfrm>
            <a:prstGeom prst="line">
              <a:avLst/>
            </a:prstGeom>
            <a:ln w="1908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9360" rIns="99360" tIns="54360" bIns="54360" anchor="ctr">
              <a:noAutofit/>
            </a:bodyPr>
            <a:p>
              <a:endParaRPr b="0" lang="en-US" sz="3200" spc="-1" strike="noStrike">
                <a:solidFill>
                  <a:srgbClr val="000000"/>
                </a:solidFill>
                <a:latin typeface="Segoe UI"/>
              </a:endParaRPr>
            </a:p>
          </p:txBody>
        </p:sp>
        <p:sp>
          <p:nvSpPr>
            <p:cNvPr id="77" name=""/>
            <p:cNvSpPr/>
            <p:nvPr/>
          </p:nvSpPr>
          <p:spPr>
            <a:xfrm>
              <a:off x="3566880" y="21943080"/>
              <a:ext cx="2575440" cy="0"/>
            </a:xfrm>
            <a:prstGeom prst="line">
              <a:avLst/>
            </a:prstGeom>
            <a:ln w="1908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9360" rIns="99360" tIns="-54360" bIns="-54360" anchor="ctr">
              <a:noAutofit/>
            </a:bodyPr>
            <a:p>
              <a:endParaRPr b="0" lang="en-US" sz="3200" spc="-1" strike="noStrike">
                <a:solidFill>
                  <a:srgbClr val="000000"/>
                </a:solidFill>
                <a:latin typeface="Segoe UI"/>
              </a:endParaRPr>
            </a:p>
          </p:txBody>
        </p:sp>
        <p:sp>
          <p:nvSpPr>
            <p:cNvPr id="78" name=""/>
            <p:cNvSpPr/>
            <p:nvPr/>
          </p:nvSpPr>
          <p:spPr>
            <a:xfrm>
              <a:off x="3566880" y="21943080"/>
              <a:ext cx="0" cy="542520"/>
            </a:xfrm>
            <a:prstGeom prst="line">
              <a:avLst/>
            </a:prstGeom>
            <a:ln w="1908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9360" rIns="99360" tIns="54360" bIns="54360" anchor="ctr">
              <a:noAutofit/>
            </a:bodyPr>
            <a:p>
              <a:endParaRPr b="0" lang="en-US" sz="3200" spc="-1" strike="noStrike">
                <a:solidFill>
                  <a:srgbClr val="000000"/>
                </a:solidFill>
                <a:latin typeface="Segoe UI"/>
              </a:endParaRPr>
            </a:p>
          </p:txBody>
        </p:sp>
        <p:sp>
          <p:nvSpPr>
            <p:cNvPr id="79" name=""/>
            <p:cNvSpPr/>
            <p:nvPr/>
          </p:nvSpPr>
          <p:spPr>
            <a:xfrm>
              <a:off x="6142320" y="21943440"/>
              <a:ext cx="0" cy="542520"/>
            </a:xfrm>
            <a:prstGeom prst="line">
              <a:avLst/>
            </a:prstGeom>
            <a:ln w="1908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9360" rIns="99360" tIns="54360" bIns="54360" anchor="ctr">
              <a:noAutofit/>
            </a:bodyPr>
            <a:p>
              <a:endParaRPr b="0" lang="en-US" sz="3200" spc="-1" strike="noStrike">
                <a:solidFill>
                  <a:srgbClr val="000000"/>
                </a:solidFill>
                <a:latin typeface="Segoe UI"/>
              </a:endParaRPr>
            </a:p>
          </p:txBody>
        </p:sp>
      </p:grpSp>
      <p:sp>
        <p:nvSpPr>
          <p:cNvPr id="80" name=""/>
          <p:cNvSpPr/>
          <p:nvPr/>
        </p:nvSpPr>
        <p:spPr>
          <a:xfrm>
            <a:off x="3676320" y="20399400"/>
            <a:ext cx="2351880" cy="965880"/>
          </a:xfrm>
          <a:prstGeom prst="roundRect">
            <a:avLst>
              <a:gd name="adj" fmla="val 16667"/>
            </a:avLst>
          </a:prstGeom>
          <a:noFill/>
          <a:ln w="29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400" rIns="104400" tIns="59400" bIns="59400" anchor="ctr">
            <a:noAutofit/>
          </a:bodyPr>
          <a:p>
            <a:pPr algn="ctr"/>
            <a:r>
              <a:rPr b="0" lang="en-US" sz="3200" spc="-1" strike="noStrike">
                <a:solidFill>
                  <a:srgbClr val="000000"/>
                </a:solidFill>
                <a:latin typeface="Segoe UI"/>
              </a:rPr>
              <a:t>ICON-XPP</a:t>
            </a:r>
            <a:endParaRPr b="0" lang="en-US" sz="3200" spc="-1" strike="noStrike">
              <a:solidFill>
                <a:srgbClr val="000000"/>
              </a:solidFill>
              <a:latin typeface="Segoe UI"/>
            </a:endParaRPr>
          </a:p>
        </p:txBody>
      </p:sp>
      <p:sp>
        <p:nvSpPr>
          <p:cNvPr id="81" name=""/>
          <p:cNvSpPr/>
          <p:nvPr/>
        </p:nvSpPr>
        <p:spPr>
          <a:xfrm>
            <a:off x="2248560" y="22554000"/>
            <a:ext cx="2101680" cy="965880"/>
          </a:xfrm>
          <a:prstGeom prst="roundRect">
            <a:avLst>
              <a:gd name="adj" fmla="val 16667"/>
            </a:avLst>
          </a:prstGeom>
          <a:noFill/>
          <a:ln w="29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400" rIns="104400" tIns="59400" bIns="59400" anchor="ctr">
            <a:noAutofit/>
          </a:bodyPr>
          <a:p>
            <a:pPr algn="ctr"/>
            <a:r>
              <a:rPr b="0" lang="en-US" sz="3200" spc="-1" strike="noStrike">
                <a:solidFill>
                  <a:srgbClr val="000000"/>
                </a:solidFill>
                <a:latin typeface="Segoe UI"/>
              </a:rPr>
              <a:t>LLVM IR</a:t>
            </a:r>
            <a:endParaRPr b="0" lang="en-US" sz="3200" spc="-1" strike="noStrike">
              <a:solidFill>
                <a:srgbClr val="000000"/>
              </a:solidFill>
              <a:latin typeface="Segoe UI"/>
            </a:endParaRPr>
          </a:p>
        </p:txBody>
      </p:sp>
      <p:sp>
        <p:nvSpPr>
          <p:cNvPr id="82" name=""/>
          <p:cNvSpPr/>
          <p:nvPr/>
        </p:nvSpPr>
        <p:spPr>
          <a:xfrm>
            <a:off x="5442480" y="22554000"/>
            <a:ext cx="2101320" cy="965880"/>
          </a:xfrm>
          <a:prstGeom prst="roundRect">
            <a:avLst>
              <a:gd name="adj" fmla="val 16667"/>
            </a:avLst>
          </a:prstGeom>
          <a:noFill/>
          <a:ln w="29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400" rIns="104400" tIns="59400" bIns="59400" anchor="ctr">
            <a:noAutofit/>
          </a:bodyPr>
          <a:p>
            <a:pPr algn="ctr"/>
            <a:r>
              <a:rPr b="0" lang="en-US" sz="3200" spc="-1" strike="noStrike">
                <a:solidFill>
                  <a:srgbClr val="000000"/>
                </a:solidFill>
                <a:latin typeface="Segoe UI"/>
              </a:rPr>
              <a:t>LLVM IR</a:t>
            </a:r>
            <a:endParaRPr b="0" lang="en-US" sz="3200" spc="-1" strike="noStrike">
              <a:solidFill>
                <a:srgbClr val="000000"/>
              </a:solidFill>
              <a:latin typeface="Segoe UI"/>
            </a:endParaRPr>
          </a:p>
        </p:txBody>
      </p:sp>
      <p:sp>
        <p:nvSpPr>
          <p:cNvPr id="83" name=""/>
          <p:cNvSpPr/>
          <p:nvPr/>
        </p:nvSpPr>
        <p:spPr>
          <a:xfrm flipH="1">
            <a:off x="3566880" y="24123600"/>
            <a:ext cx="2575440" cy="0"/>
          </a:xfrm>
          <a:prstGeom prst="line">
            <a:avLst/>
          </a:prstGeom>
          <a:ln w="1908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rIns="99360" tIns="-54360" bIns="-54360" anchor="ctr">
            <a:noAutofit/>
          </a:bodyPr>
          <a:p>
            <a:endParaRPr b="0" lang="en-US" sz="3200" spc="-1" strike="noStrike">
              <a:solidFill>
                <a:srgbClr val="000000"/>
              </a:solidFill>
              <a:latin typeface="Segoe UI"/>
            </a:endParaRPr>
          </a:p>
        </p:txBody>
      </p:sp>
      <p:sp>
        <p:nvSpPr>
          <p:cNvPr id="84" name=""/>
          <p:cNvSpPr/>
          <p:nvPr/>
        </p:nvSpPr>
        <p:spPr>
          <a:xfrm flipV="1">
            <a:off x="6142320" y="23581080"/>
            <a:ext cx="0" cy="542520"/>
          </a:xfrm>
          <a:prstGeom prst="line">
            <a:avLst/>
          </a:prstGeom>
          <a:ln w="1908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rIns="99360" tIns="54360" bIns="54360" anchor="ctr">
            <a:noAutofit/>
          </a:bodyPr>
          <a:p>
            <a:endParaRPr b="0" lang="en-US" sz="3200" spc="-1" strike="noStrike">
              <a:solidFill>
                <a:srgbClr val="000000"/>
              </a:solidFill>
              <a:latin typeface="Segoe UI"/>
            </a:endParaRPr>
          </a:p>
        </p:txBody>
      </p:sp>
      <p:sp>
        <p:nvSpPr>
          <p:cNvPr id="85" name=""/>
          <p:cNvSpPr/>
          <p:nvPr/>
        </p:nvSpPr>
        <p:spPr>
          <a:xfrm flipV="1">
            <a:off x="3566880" y="23580720"/>
            <a:ext cx="0" cy="542160"/>
          </a:xfrm>
          <a:prstGeom prst="line">
            <a:avLst/>
          </a:prstGeom>
          <a:ln w="1908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rIns="99360" tIns="54360" bIns="54360" anchor="ctr">
            <a:noAutofit/>
          </a:bodyPr>
          <a:p>
            <a:endParaRPr b="0" lang="en-US" sz="3200" spc="-1" strike="noStrike">
              <a:solidFill>
                <a:srgbClr val="000000"/>
              </a:solidFill>
              <a:latin typeface="Segoe UI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1600200" y="21319200"/>
            <a:ext cx="2286000" cy="1208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algn="ctr"/>
            <a:r>
              <a:rPr b="0" lang="en-US" sz="3200" spc="-1" strike="noStrike">
                <a:solidFill>
                  <a:srgbClr val="000000"/>
                </a:solidFill>
                <a:latin typeface="Segoe UI"/>
              </a:rPr>
              <a:t>IFX 2023.x</a:t>
            </a:r>
            <a:endParaRPr b="0" lang="en-US" sz="3200" spc="-1" strike="noStrike">
              <a:solidFill>
                <a:srgbClr val="000000"/>
              </a:solidFill>
              <a:latin typeface="Segoe UI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5581800" y="21333240"/>
            <a:ext cx="1931400" cy="1208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algn="ctr"/>
            <a:r>
              <a:rPr b="0" lang="en-US" sz="3200" spc="-1" strike="noStrike">
                <a:solidFill>
                  <a:srgbClr val="000000"/>
                </a:solidFill>
                <a:latin typeface="Segoe UI"/>
              </a:rPr>
              <a:t>Flang</a:t>
            </a:r>
            <a:endParaRPr b="0" lang="en-US" sz="3200" spc="-1" strike="noStrike">
              <a:solidFill>
                <a:srgbClr val="000000"/>
              </a:solidFill>
              <a:latin typeface="Segoe UI"/>
            </a:endParaRPr>
          </a:p>
        </p:txBody>
      </p:sp>
      <p:sp>
        <p:nvSpPr>
          <p:cNvPr id="88" name=""/>
          <p:cNvSpPr/>
          <p:nvPr/>
        </p:nvSpPr>
        <p:spPr>
          <a:xfrm rot="10800000">
            <a:off x="4694400" y="25091280"/>
            <a:ext cx="321840" cy="321840"/>
          </a:xfrm>
          <a:prstGeom prst="triangle">
            <a:avLst>
              <a:gd name="adj" fmla="val 50000"/>
            </a:avLst>
          </a:prstGeom>
          <a:solidFill>
            <a:srgbClr val="000000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3200" spc="-1" strike="noStrike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89" name=""/>
          <p:cNvSpPr/>
          <p:nvPr/>
        </p:nvSpPr>
        <p:spPr>
          <a:xfrm>
            <a:off x="4848840" y="24128640"/>
            <a:ext cx="0" cy="965880"/>
          </a:xfrm>
          <a:prstGeom prst="line">
            <a:avLst/>
          </a:prstGeom>
          <a:ln w="1908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rIns="99360" tIns="54360" bIns="54360" anchor="ctr">
            <a:noAutofit/>
          </a:bodyPr>
          <a:p>
            <a:endParaRPr b="0" lang="en-US" sz="3200" spc="-1" strike="noStrike">
              <a:solidFill>
                <a:srgbClr val="000000"/>
              </a:solidFill>
              <a:latin typeface="Segoe UI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4684680" y="24417720"/>
            <a:ext cx="2401920" cy="1065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algn="ctr"/>
            <a:r>
              <a:rPr b="0" lang="en-US" sz="3200" spc="-1" strike="noStrike">
                <a:solidFill>
                  <a:srgbClr val="000000"/>
                </a:solidFill>
                <a:latin typeface="Segoe UI"/>
              </a:rPr>
              <a:t>Enzyme</a:t>
            </a:r>
            <a:endParaRPr b="0" lang="en-US" sz="3200" spc="-1" strike="noStrike">
              <a:solidFill>
                <a:srgbClr val="000000"/>
              </a:solidFill>
              <a:latin typeface="Segoe UI"/>
            </a:endParaRPr>
          </a:p>
        </p:txBody>
      </p:sp>
      <p:sp>
        <p:nvSpPr>
          <p:cNvPr id="91" name=""/>
          <p:cNvSpPr/>
          <p:nvPr/>
        </p:nvSpPr>
        <p:spPr>
          <a:xfrm>
            <a:off x="3377160" y="25443720"/>
            <a:ext cx="2928240" cy="965880"/>
          </a:xfrm>
          <a:prstGeom prst="roundRect">
            <a:avLst>
              <a:gd name="adj" fmla="val 16667"/>
            </a:avLst>
          </a:prstGeom>
          <a:noFill/>
          <a:ln w="29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400" rIns="104400" tIns="59400" bIns="59400" anchor="ctr">
            <a:noAutofit/>
          </a:bodyPr>
          <a:p>
            <a:pPr algn="ctr"/>
            <a:r>
              <a:rPr b="0" lang="en-US" sz="3200" spc="-1" strike="noStrike">
                <a:solidFill>
                  <a:srgbClr val="000000"/>
                </a:solidFill>
                <a:latin typeface="Segoe UI"/>
              </a:rPr>
              <a:t>AD LLVM IR</a:t>
            </a:r>
            <a:endParaRPr b="0" lang="en-US" sz="3200" spc="-1" strike="noStrike">
              <a:solidFill>
                <a:srgbClr val="000000"/>
              </a:solidFill>
              <a:latin typeface="Segoe UI"/>
            </a:endParaRPr>
          </a:p>
        </p:txBody>
      </p:sp>
      <p:sp>
        <p:nvSpPr>
          <p:cNvPr id="92" name=""/>
          <p:cNvSpPr/>
          <p:nvPr/>
        </p:nvSpPr>
        <p:spPr>
          <a:xfrm>
            <a:off x="4848840" y="26409960"/>
            <a:ext cx="0" cy="643680"/>
          </a:xfrm>
          <a:prstGeom prst="line">
            <a:avLst/>
          </a:prstGeom>
          <a:ln w="1908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360" rIns="99360" tIns="54360" bIns="54360" anchor="ctr">
            <a:noAutofit/>
          </a:bodyPr>
          <a:p>
            <a:endParaRPr b="0" lang="en-US" sz="3200" spc="-1" strike="noStrike">
              <a:solidFill>
                <a:srgbClr val="000000"/>
              </a:solidFill>
              <a:latin typeface="Segoe UI"/>
            </a:endParaRPr>
          </a:p>
        </p:txBody>
      </p:sp>
      <p:sp>
        <p:nvSpPr>
          <p:cNvPr id="93" name=""/>
          <p:cNvSpPr/>
          <p:nvPr/>
        </p:nvSpPr>
        <p:spPr>
          <a:xfrm rot="10800000">
            <a:off x="4694400" y="26967240"/>
            <a:ext cx="321840" cy="321840"/>
          </a:xfrm>
          <a:prstGeom prst="triangle">
            <a:avLst>
              <a:gd name="adj" fmla="val 50000"/>
            </a:avLst>
          </a:prstGeom>
          <a:solidFill>
            <a:srgbClr val="000000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3200" spc="-1" strike="noStrike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94" name=""/>
          <p:cNvSpPr/>
          <p:nvPr/>
        </p:nvSpPr>
        <p:spPr>
          <a:xfrm>
            <a:off x="3452400" y="27319320"/>
            <a:ext cx="2823120" cy="965880"/>
          </a:xfrm>
          <a:prstGeom prst="roundRect">
            <a:avLst>
              <a:gd name="adj" fmla="val 16667"/>
            </a:avLst>
          </a:prstGeom>
          <a:noFill/>
          <a:ln w="29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400" rIns="104400" tIns="59400" bIns="59400" anchor="ctr">
            <a:noAutofit/>
          </a:bodyPr>
          <a:p>
            <a:pPr algn="ctr"/>
            <a:r>
              <a:rPr b="0" lang="en-US" sz="3200" spc="-1" strike="noStrike">
                <a:solidFill>
                  <a:srgbClr val="000000"/>
                </a:solidFill>
                <a:latin typeface="Segoe UI"/>
              </a:rPr>
              <a:t>AD ICON-XPP</a:t>
            </a:r>
            <a:endParaRPr b="0" lang="en-US" sz="3200" spc="-1" strike="noStrike">
              <a:solidFill>
                <a:srgbClr val="000000"/>
              </a:solidFill>
              <a:latin typeface="Segoe UI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4685040" y="26546760"/>
            <a:ext cx="4001760" cy="1065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algn="ctr"/>
            <a:r>
              <a:rPr b="0" lang="en-US" sz="3200" spc="-1" strike="noStrike">
                <a:solidFill>
                  <a:srgbClr val="000000"/>
                </a:solidFill>
                <a:latin typeface="Segoe UI"/>
              </a:rPr>
              <a:t>GNU Autotools</a:t>
            </a:r>
            <a:endParaRPr b="0" lang="en-US" sz="3200" spc="-1" strike="noStrike">
              <a:solidFill>
                <a:srgbClr val="000000"/>
              </a:solidFill>
              <a:latin typeface="Segoe UI"/>
            </a:endParaRPr>
          </a:p>
        </p:txBody>
      </p:sp>
      <p:pic>
        <p:nvPicPr>
          <p:cNvPr id="96" name="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660320" y="10515600"/>
            <a:ext cx="7056000" cy="8001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tandarddesign">
  <a:themeElements>
    <a:clrScheme name="Standard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tandarddesign">
  <a:themeElements>
    <a:clrScheme name="Standard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tandarddesign">
  <a:themeElements>
    <a:clrScheme name="Standard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tandarddesign">
  <a:themeElements>
    <a:clrScheme name="Standard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Standarddesign">
  <a:themeElements>
    <a:clrScheme name="Standard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Standarddesign">
  <a:themeElements>
    <a:clrScheme name="Standard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Standarddesign">
  <a:themeElements>
    <a:clrScheme name="Standard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Standarddesign">
  <a:themeElements>
    <a:clrScheme name="Standard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Standarddesign">
  <a:themeElements>
    <a:clrScheme name="Standard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Standarddesign">
  <a:themeElements>
    <a:clrScheme name="Standard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Standarddesign">
  <a:themeElements>
    <a:clrScheme name="Standard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Standarddesign">
  <a:themeElements>
    <a:clrScheme name="Standarddesign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</TotalTime>
  <Application>LibreOffice/24.2.7.2$Linux_X86_64 LibreOffice_project/420$Build-2</Application>
  <AppVersion>15.0000</AppVersion>
  <Words>11</Words>
  <Paragraphs>10</Paragraphs>
  <Company>IAP-KBORN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2002-07-24T12:10:23Z</dcterms:created>
  <dc:creator>kd006</dc:creator>
  <dc:description/>
  <dc:language>en-US</dc:language>
  <cp:lastModifiedBy/>
  <cp:lastPrinted>2014-07-08T08:19:32Z</cp:lastPrinted>
  <dcterms:modified xsi:type="dcterms:W3CDTF">2026-08-12T13:22:29Z</dcterms:modified>
  <cp:revision>126</cp:revision>
  <dc:subject/>
  <dc:title>Test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Benutzerdefiniert</vt:lpwstr>
  </property>
  <property fmtid="{D5CDD505-2E9C-101B-9397-08002B2CF9AE}" pid="4" name="Slides">
    <vt:i4>1</vt:i4>
  </property>
</Properties>
</file>