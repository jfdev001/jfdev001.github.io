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2803763" cy="30275213"/>
  <p:notesSz cx="9928225" cy="679767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" userDrawn="1">
          <p15:clr>
            <a:srgbClr val="A4A3A4"/>
          </p15:clr>
        </p15:guide>
        <p15:guide id="2" pos="237" userDrawn="1">
          <p15:clr>
            <a:srgbClr val="A4A3A4"/>
          </p15:clr>
        </p15:guide>
        <p15:guide id="3" pos="26726" userDrawn="1">
          <p15:clr>
            <a:srgbClr val="A4A3A4"/>
          </p15:clr>
        </p15:guide>
        <p15:guide id="4" orient="horz" pos="18834" userDrawn="1">
          <p15:clr>
            <a:srgbClr val="A4A3A4"/>
          </p15:clr>
        </p15:guide>
        <p15:guide id="6" orient="horz" pos="1705" userDrawn="1">
          <p15:clr>
            <a:srgbClr val="A4A3A4"/>
          </p15:clr>
        </p15:guide>
        <p15:guide id="7" pos="13481" userDrawn="1">
          <p15:clr>
            <a:srgbClr val="A4A3A4"/>
          </p15:clr>
        </p15:guide>
        <p15:guide id="8" orient="horz" pos="22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796"/>
    <a:srgbClr val="629D7C"/>
    <a:srgbClr val="D9D9D9"/>
    <a:srgbClr val="4E1F96"/>
    <a:srgbClr val="A4F0FE"/>
    <a:srgbClr val="B8F6FE"/>
    <a:srgbClr val="C0F6FE"/>
    <a:srgbClr val="280F65"/>
    <a:srgbClr val="FFFF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2787"/>
    <p:restoredTop sz="91304" autoAdjust="0"/>
  </p:normalViewPr>
  <p:slideViewPr>
    <p:cSldViewPr>
      <p:cViewPr varScale="1">
        <p:scale>
          <a:sx n="37" d="100"/>
          <a:sy n="37" d="100"/>
        </p:scale>
        <p:origin x="1506" y="84"/>
      </p:cViewPr>
      <p:guideLst>
        <p:guide orient="horz" pos="237"/>
        <p:guide pos="237"/>
        <p:guide pos="26726"/>
        <p:guide orient="horz" pos="18834"/>
        <p:guide orient="horz" pos="1705"/>
        <p:guide pos="13481"/>
        <p:guide orient="horz" pos="22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378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527" y="0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136"/>
            <a:ext cx="4302378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527" y="6456136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fld id="{7965E524-AB5D-4BE1-9476-19D516A72CCB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547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303485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27" y="0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65475" y="509588"/>
            <a:ext cx="3602038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03" y="3229250"/>
            <a:ext cx="7943023" cy="305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136"/>
            <a:ext cx="4303485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defTabSz="913267">
              <a:defRPr sz="1200"/>
            </a:lvl1pPr>
          </a:lstStyle>
          <a:p>
            <a:endParaRPr lang="de-DE" alt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27" y="6456136"/>
            <a:ext cx="4304592" cy="3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algn="r" defTabSz="913267">
              <a:defRPr sz="1200"/>
            </a:lvl1pPr>
          </a:lstStyle>
          <a:p>
            <a:fld id="{C9BAB9A7-AC52-417B-80E4-17F87945149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899045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9C6E77-7222-436C-A33F-23FB332BA1F5}" type="slidenum">
              <a:rPr lang="de-DE" altLang="de-DE"/>
              <a:pPr/>
              <a:t>1</a:t>
            </a:fld>
            <a:endParaRPr lang="de-DE" altLang="de-DE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65475" y="509588"/>
            <a:ext cx="3602038" cy="2547937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10040" y="9405450"/>
            <a:ext cx="36383691" cy="6489116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20076" y="17155640"/>
            <a:ext cx="29963619" cy="7737628"/>
          </a:xfrm>
        </p:spPr>
        <p:txBody>
          <a:bodyPr/>
          <a:lstStyle>
            <a:lvl1pPr marL="0" indent="0" algn="ctr">
              <a:buNone/>
              <a:defRPr/>
            </a:lvl1pPr>
            <a:lvl2pPr marL="432869" indent="0" algn="ctr">
              <a:buNone/>
              <a:defRPr/>
            </a:lvl2pPr>
            <a:lvl3pPr marL="865737" indent="0" algn="ctr">
              <a:buNone/>
              <a:defRPr/>
            </a:lvl3pPr>
            <a:lvl4pPr marL="1298606" indent="0" algn="ctr">
              <a:buNone/>
              <a:defRPr/>
            </a:lvl4pPr>
            <a:lvl5pPr marL="1731477" indent="0" algn="ctr">
              <a:buNone/>
              <a:defRPr/>
            </a:lvl5pPr>
            <a:lvl6pPr marL="2164345" indent="0" algn="ctr">
              <a:buNone/>
              <a:defRPr/>
            </a:lvl6pPr>
            <a:lvl7pPr marL="2597214" indent="0" algn="ctr">
              <a:buNone/>
              <a:defRPr/>
            </a:lvl7pPr>
            <a:lvl8pPr marL="3030083" indent="0" algn="ctr">
              <a:buNone/>
              <a:defRPr/>
            </a:lvl8pPr>
            <a:lvl9pPr marL="3462951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91B88-F70B-4AB4-9DCA-59444CB1EFC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8464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E05CD-F3B0-414D-97B6-4E966FE5C2A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8276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80716" y="19454788"/>
            <a:ext cx="36383691" cy="6013269"/>
          </a:xfrm>
        </p:spPr>
        <p:txBody>
          <a:bodyPr anchor="t"/>
          <a:lstStyle>
            <a:lvl1pPr algn="l">
              <a:defRPr sz="3786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380716" y="12832181"/>
            <a:ext cx="36383691" cy="6622604"/>
          </a:xfrm>
        </p:spPr>
        <p:txBody>
          <a:bodyPr anchor="b"/>
          <a:lstStyle>
            <a:lvl1pPr marL="0" indent="0">
              <a:buNone/>
              <a:defRPr sz="1895"/>
            </a:lvl1pPr>
            <a:lvl2pPr marL="432869" indent="0">
              <a:buNone/>
              <a:defRPr sz="1705"/>
            </a:lvl2pPr>
            <a:lvl3pPr marL="865737" indent="0">
              <a:buNone/>
              <a:defRPr sz="1515"/>
            </a:lvl3pPr>
            <a:lvl4pPr marL="1298606" indent="0">
              <a:buNone/>
              <a:defRPr sz="1326"/>
            </a:lvl4pPr>
            <a:lvl5pPr marL="1731477" indent="0">
              <a:buNone/>
              <a:defRPr sz="1326"/>
            </a:lvl5pPr>
            <a:lvl6pPr marL="2164345" indent="0">
              <a:buNone/>
              <a:defRPr sz="1326"/>
            </a:lvl6pPr>
            <a:lvl7pPr marL="2597214" indent="0">
              <a:buNone/>
              <a:defRPr sz="1326"/>
            </a:lvl7pPr>
            <a:lvl8pPr marL="3030083" indent="0">
              <a:buNone/>
              <a:defRPr sz="1326"/>
            </a:lvl8pPr>
            <a:lvl9pPr marL="3462951" indent="0">
              <a:buNone/>
              <a:defRPr sz="1326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697F0-2F5E-4622-AF78-E6DA9115376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8811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206755" y="8745860"/>
            <a:ext cx="18116354" cy="18165441"/>
          </a:xfrm>
        </p:spPr>
        <p:txBody>
          <a:bodyPr/>
          <a:lstStyle>
            <a:lvl1pPr>
              <a:defRPr sz="2651"/>
            </a:lvl1pPr>
            <a:lvl2pPr>
              <a:defRPr sz="2272"/>
            </a:lvl2pPr>
            <a:lvl3pPr>
              <a:defRPr sz="1895"/>
            </a:lvl3pPr>
            <a:lvl4pPr>
              <a:defRPr sz="1705"/>
            </a:lvl4pPr>
            <a:lvl5pPr>
              <a:defRPr sz="1705"/>
            </a:lvl5pPr>
            <a:lvl6pPr>
              <a:defRPr sz="1705"/>
            </a:lvl6pPr>
            <a:lvl7pPr>
              <a:defRPr sz="1705"/>
            </a:lvl7pPr>
            <a:lvl8pPr>
              <a:defRPr sz="1705"/>
            </a:lvl8pPr>
            <a:lvl9pPr>
              <a:defRPr sz="1705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1480657" y="8745860"/>
            <a:ext cx="18116353" cy="18165441"/>
          </a:xfrm>
        </p:spPr>
        <p:txBody>
          <a:bodyPr/>
          <a:lstStyle>
            <a:lvl1pPr>
              <a:defRPr sz="2651"/>
            </a:lvl1pPr>
            <a:lvl2pPr>
              <a:defRPr sz="2272"/>
            </a:lvl2pPr>
            <a:lvl3pPr>
              <a:defRPr sz="1895"/>
            </a:lvl3pPr>
            <a:lvl4pPr>
              <a:defRPr sz="1705"/>
            </a:lvl4pPr>
            <a:lvl5pPr>
              <a:defRPr sz="1705"/>
            </a:lvl5pPr>
            <a:lvl6pPr>
              <a:defRPr sz="1705"/>
            </a:lvl6pPr>
            <a:lvl7pPr>
              <a:defRPr sz="1705"/>
            </a:lvl7pPr>
            <a:lvl8pPr>
              <a:defRPr sz="1705"/>
            </a:lvl8pPr>
            <a:lvl9pPr>
              <a:defRPr sz="1705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B3F5F-6426-4AD8-9F3E-C6167F8A6BFC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985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40028" y="1212394"/>
            <a:ext cx="38523715" cy="504586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140024" y="6776511"/>
            <a:ext cx="18912298" cy="2825246"/>
          </a:xfrm>
        </p:spPr>
        <p:txBody>
          <a:bodyPr anchor="b"/>
          <a:lstStyle>
            <a:lvl1pPr marL="0" indent="0">
              <a:buNone/>
              <a:defRPr sz="2272" b="1"/>
            </a:lvl1pPr>
            <a:lvl2pPr marL="432869" indent="0">
              <a:buNone/>
              <a:defRPr sz="1895" b="1"/>
            </a:lvl2pPr>
            <a:lvl3pPr marL="865737" indent="0">
              <a:buNone/>
              <a:defRPr sz="1705" b="1"/>
            </a:lvl3pPr>
            <a:lvl4pPr marL="1298606" indent="0">
              <a:buNone/>
              <a:defRPr sz="1515" b="1"/>
            </a:lvl4pPr>
            <a:lvl5pPr marL="1731477" indent="0">
              <a:buNone/>
              <a:defRPr sz="1515" b="1"/>
            </a:lvl5pPr>
            <a:lvl6pPr marL="2164345" indent="0">
              <a:buNone/>
              <a:defRPr sz="1515" b="1"/>
            </a:lvl6pPr>
            <a:lvl7pPr marL="2597214" indent="0">
              <a:buNone/>
              <a:defRPr sz="1515" b="1"/>
            </a:lvl7pPr>
            <a:lvl8pPr marL="3030083" indent="0">
              <a:buNone/>
              <a:defRPr sz="1515" b="1"/>
            </a:lvl8pPr>
            <a:lvl9pPr marL="3462951" indent="0">
              <a:buNone/>
              <a:defRPr sz="1515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140024" y="9601756"/>
            <a:ext cx="18912298" cy="17443034"/>
          </a:xfrm>
        </p:spPr>
        <p:txBody>
          <a:bodyPr/>
          <a:lstStyle>
            <a:lvl1pPr>
              <a:defRPr sz="2272"/>
            </a:lvl1pPr>
            <a:lvl2pPr>
              <a:defRPr sz="1895"/>
            </a:lvl2pPr>
            <a:lvl3pPr>
              <a:defRPr sz="1705"/>
            </a:lvl3pPr>
            <a:lvl4pPr>
              <a:defRPr sz="1515"/>
            </a:lvl4pPr>
            <a:lvl5pPr>
              <a:defRPr sz="1515"/>
            </a:lvl5pPr>
            <a:lvl6pPr>
              <a:defRPr sz="1515"/>
            </a:lvl6pPr>
            <a:lvl7pPr>
              <a:defRPr sz="1515"/>
            </a:lvl7pPr>
            <a:lvl8pPr>
              <a:defRPr sz="1515"/>
            </a:lvl8pPr>
            <a:lvl9pPr>
              <a:defRPr sz="1515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21743239" y="6776511"/>
            <a:ext cx="18920503" cy="2825246"/>
          </a:xfrm>
        </p:spPr>
        <p:txBody>
          <a:bodyPr anchor="b"/>
          <a:lstStyle>
            <a:lvl1pPr marL="0" indent="0">
              <a:buNone/>
              <a:defRPr sz="2272" b="1"/>
            </a:lvl1pPr>
            <a:lvl2pPr marL="432869" indent="0">
              <a:buNone/>
              <a:defRPr sz="1895" b="1"/>
            </a:lvl2pPr>
            <a:lvl3pPr marL="865737" indent="0">
              <a:buNone/>
              <a:defRPr sz="1705" b="1"/>
            </a:lvl3pPr>
            <a:lvl4pPr marL="1298606" indent="0">
              <a:buNone/>
              <a:defRPr sz="1515" b="1"/>
            </a:lvl4pPr>
            <a:lvl5pPr marL="1731477" indent="0">
              <a:buNone/>
              <a:defRPr sz="1515" b="1"/>
            </a:lvl5pPr>
            <a:lvl6pPr marL="2164345" indent="0">
              <a:buNone/>
              <a:defRPr sz="1515" b="1"/>
            </a:lvl6pPr>
            <a:lvl7pPr marL="2597214" indent="0">
              <a:buNone/>
              <a:defRPr sz="1515" b="1"/>
            </a:lvl7pPr>
            <a:lvl8pPr marL="3030083" indent="0">
              <a:buNone/>
              <a:defRPr sz="1515" b="1"/>
            </a:lvl8pPr>
            <a:lvl9pPr marL="3462951" indent="0">
              <a:buNone/>
              <a:defRPr sz="1515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1743239" y="9601756"/>
            <a:ext cx="18920503" cy="17443034"/>
          </a:xfrm>
        </p:spPr>
        <p:txBody>
          <a:bodyPr/>
          <a:lstStyle>
            <a:lvl1pPr>
              <a:defRPr sz="2272"/>
            </a:lvl1pPr>
            <a:lvl2pPr>
              <a:defRPr sz="1895"/>
            </a:lvl2pPr>
            <a:lvl3pPr>
              <a:defRPr sz="1705"/>
            </a:lvl3pPr>
            <a:lvl4pPr>
              <a:defRPr sz="1515"/>
            </a:lvl4pPr>
            <a:lvl5pPr>
              <a:defRPr sz="1515"/>
            </a:lvl5pPr>
            <a:lvl6pPr>
              <a:defRPr sz="1515"/>
            </a:lvl6pPr>
            <a:lvl7pPr>
              <a:defRPr sz="1515"/>
            </a:lvl7pPr>
            <a:lvl8pPr>
              <a:defRPr sz="1515"/>
            </a:lvl8pPr>
            <a:lvl9pPr>
              <a:defRPr sz="1515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F23C40-EA66-4D07-B8F5-D8D296896E5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34427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1F30F5-518B-47A1-8D37-8931B308A0A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1389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DE39A2-D516-4086-909C-F8BDF78C976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5503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40026" y="1206112"/>
            <a:ext cx="14082475" cy="5129103"/>
          </a:xfrm>
        </p:spPr>
        <p:txBody>
          <a:bodyPr anchor="b"/>
          <a:lstStyle>
            <a:lvl1pPr algn="l">
              <a:defRPr sz="1895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6734529" y="1206112"/>
            <a:ext cx="23929210" cy="25838681"/>
          </a:xfrm>
        </p:spPr>
        <p:txBody>
          <a:bodyPr/>
          <a:lstStyle>
            <a:lvl1pPr>
              <a:defRPr sz="3031"/>
            </a:lvl1pPr>
            <a:lvl2pPr>
              <a:defRPr sz="2651"/>
            </a:lvl2pPr>
            <a:lvl3pPr>
              <a:defRPr sz="2272"/>
            </a:lvl3pPr>
            <a:lvl4pPr>
              <a:defRPr sz="1895"/>
            </a:lvl4pPr>
            <a:lvl5pPr>
              <a:defRPr sz="1895"/>
            </a:lvl5pPr>
            <a:lvl6pPr>
              <a:defRPr sz="1895"/>
            </a:lvl6pPr>
            <a:lvl7pPr>
              <a:defRPr sz="1895"/>
            </a:lvl7pPr>
            <a:lvl8pPr>
              <a:defRPr sz="1895"/>
            </a:lvl8pPr>
            <a:lvl9pPr>
              <a:defRPr sz="1895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140026" y="6335212"/>
            <a:ext cx="14082475" cy="20709578"/>
          </a:xfrm>
        </p:spPr>
        <p:txBody>
          <a:bodyPr/>
          <a:lstStyle>
            <a:lvl1pPr marL="0" indent="0">
              <a:buNone/>
              <a:defRPr sz="1326"/>
            </a:lvl1pPr>
            <a:lvl2pPr marL="432869" indent="0">
              <a:buNone/>
              <a:defRPr sz="1136"/>
            </a:lvl2pPr>
            <a:lvl3pPr marL="865737" indent="0">
              <a:buNone/>
              <a:defRPr sz="947"/>
            </a:lvl3pPr>
            <a:lvl4pPr marL="1298606" indent="0">
              <a:buNone/>
              <a:defRPr sz="852"/>
            </a:lvl4pPr>
            <a:lvl5pPr marL="1731477" indent="0">
              <a:buNone/>
              <a:defRPr sz="852"/>
            </a:lvl5pPr>
            <a:lvl6pPr marL="2164345" indent="0">
              <a:buNone/>
              <a:defRPr sz="852"/>
            </a:lvl6pPr>
            <a:lvl7pPr marL="2597214" indent="0">
              <a:buNone/>
              <a:defRPr sz="852"/>
            </a:lvl7pPr>
            <a:lvl8pPr marL="3030083" indent="0">
              <a:buNone/>
              <a:defRPr sz="852"/>
            </a:lvl8pPr>
            <a:lvl9pPr marL="3462951" indent="0">
              <a:buNone/>
              <a:defRPr sz="852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7C4EC3-F0DD-42C3-B56E-7FEA1D5DA7B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559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9419" y="21193281"/>
            <a:ext cx="25681930" cy="2501733"/>
          </a:xfrm>
        </p:spPr>
        <p:txBody>
          <a:bodyPr anchor="b"/>
          <a:lstStyle>
            <a:lvl1pPr algn="l">
              <a:defRPr sz="1895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8389419" y="2705897"/>
            <a:ext cx="25681930" cy="18163871"/>
          </a:xfrm>
        </p:spPr>
        <p:txBody>
          <a:bodyPr/>
          <a:lstStyle>
            <a:lvl1pPr marL="0" indent="0">
              <a:buNone/>
              <a:defRPr sz="3031"/>
            </a:lvl1pPr>
            <a:lvl2pPr marL="432869" indent="0">
              <a:buNone/>
              <a:defRPr sz="2651"/>
            </a:lvl2pPr>
            <a:lvl3pPr marL="865737" indent="0">
              <a:buNone/>
              <a:defRPr sz="2272"/>
            </a:lvl3pPr>
            <a:lvl4pPr marL="1298606" indent="0">
              <a:buNone/>
              <a:defRPr sz="1895"/>
            </a:lvl4pPr>
            <a:lvl5pPr marL="1731477" indent="0">
              <a:buNone/>
              <a:defRPr sz="1895"/>
            </a:lvl5pPr>
            <a:lvl6pPr marL="2164345" indent="0">
              <a:buNone/>
              <a:defRPr sz="1895"/>
            </a:lvl6pPr>
            <a:lvl7pPr marL="2597214" indent="0">
              <a:buNone/>
              <a:defRPr sz="1895"/>
            </a:lvl7pPr>
            <a:lvl8pPr marL="3030083" indent="0">
              <a:buNone/>
              <a:defRPr sz="1895"/>
            </a:lvl8pPr>
            <a:lvl9pPr marL="3462951" indent="0">
              <a:buNone/>
              <a:defRPr sz="1895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89419" y="23695013"/>
            <a:ext cx="25681930" cy="3552367"/>
          </a:xfrm>
        </p:spPr>
        <p:txBody>
          <a:bodyPr/>
          <a:lstStyle>
            <a:lvl1pPr marL="0" indent="0">
              <a:buNone/>
              <a:defRPr sz="1326"/>
            </a:lvl1pPr>
            <a:lvl2pPr marL="432869" indent="0">
              <a:buNone/>
              <a:defRPr sz="1136"/>
            </a:lvl2pPr>
            <a:lvl3pPr marL="865737" indent="0">
              <a:buNone/>
              <a:defRPr sz="947"/>
            </a:lvl3pPr>
            <a:lvl4pPr marL="1298606" indent="0">
              <a:buNone/>
              <a:defRPr sz="852"/>
            </a:lvl4pPr>
            <a:lvl5pPr marL="1731477" indent="0">
              <a:buNone/>
              <a:defRPr sz="852"/>
            </a:lvl5pPr>
            <a:lvl6pPr marL="2164345" indent="0">
              <a:buNone/>
              <a:defRPr sz="852"/>
            </a:lvl6pPr>
            <a:lvl7pPr marL="2597214" indent="0">
              <a:buNone/>
              <a:defRPr sz="852"/>
            </a:lvl7pPr>
            <a:lvl8pPr marL="3030083" indent="0">
              <a:buNone/>
              <a:defRPr sz="852"/>
            </a:lvl8pPr>
            <a:lvl9pPr marL="3462951" indent="0">
              <a:buNone/>
              <a:defRPr sz="852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8FBB10-4236-43A0-AFC9-BDCAA90CDD2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7154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01C31-8258-4CCE-B86F-11AE385606C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0560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30500267" y="2693333"/>
            <a:ext cx="9096743" cy="24217971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206757" y="2693333"/>
            <a:ext cx="27135965" cy="24217971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E11DD-8916-4EA2-953A-99C1558C5637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39161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3206758" y="2693333"/>
            <a:ext cx="36390255" cy="24217971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3206754" y="27581888"/>
            <a:ext cx="8916220" cy="2018033"/>
          </a:xfrm>
        </p:spPr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4624045" y="27581888"/>
            <a:ext cx="13555674" cy="2018033"/>
          </a:xfrm>
        </p:spPr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30680794" y="27581888"/>
            <a:ext cx="8916219" cy="2018033"/>
          </a:xfrm>
        </p:spPr>
        <p:txBody>
          <a:bodyPr/>
          <a:lstStyle>
            <a:lvl1pPr>
              <a:defRPr/>
            </a:lvl1pPr>
          </a:lstStyle>
          <a:p>
            <a:fld id="{4CEBE3E4-57EA-4DE3-A1EF-A6C5C64DBFE7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3827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06758" y="2693333"/>
            <a:ext cx="36390255" cy="5041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06758" y="8745860"/>
            <a:ext cx="36390255" cy="18165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06754" y="27581888"/>
            <a:ext cx="8916220" cy="2018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>
            <a:lvl1pPr defTabSz="3855239">
              <a:defRPr sz="6060"/>
            </a:lvl1pPr>
          </a:lstStyle>
          <a:p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624045" y="27581888"/>
            <a:ext cx="13555674" cy="2018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>
            <a:lvl1pPr algn="ctr" defTabSz="3855239">
              <a:defRPr sz="6060"/>
            </a:lvl1pPr>
          </a:lstStyle>
          <a:p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680794" y="27581888"/>
            <a:ext cx="8916219" cy="2018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07223" tIns="203613" rIns="407223" bIns="203613" numCol="1" anchor="t" anchorCtr="0" compatLnSpc="1">
            <a:prstTxWarp prst="textNoShape">
              <a:avLst/>
            </a:prstTxWarp>
          </a:bodyPr>
          <a:lstStyle>
            <a:lvl1pPr algn="r" defTabSz="3855239">
              <a:defRPr sz="6060"/>
            </a:lvl1pPr>
          </a:lstStyle>
          <a:p>
            <a:fld id="{B5B6BEAC-3ACD-42D7-8C3F-E31F95AB2420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+mj-lt"/>
          <a:ea typeface="+mj-ea"/>
          <a:cs typeface="+mj-cs"/>
        </a:defRPr>
      </a:lvl1pPr>
      <a:lvl2pPr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2pPr>
      <a:lvl3pPr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3pPr>
      <a:lvl4pPr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4pPr>
      <a:lvl5pPr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5pPr>
      <a:lvl6pPr marL="432869"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6pPr>
      <a:lvl7pPr marL="865737"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7pPr>
      <a:lvl8pPr marL="1298606"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8pPr>
      <a:lvl9pPr marL="1731477" algn="ctr" defTabSz="3855239" rtl="0" fontAlgn="base">
        <a:spcBef>
          <a:spcPct val="0"/>
        </a:spcBef>
        <a:spcAft>
          <a:spcPct val="0"/>
        </a:spcAft>
        <a:defRPr sz="18556">
          <a:solidFill>
            <a:schemeClr val="tx2"/>
          </a:solidFill>
          <a:latin typeface="Times New Roman" pitchFamily="18" charset="0"/>
        </a:defRPr>
      </a:lvl9pPr>
    </p:titleStyle>
    <p:bodyStyle>
      <a:lvl1pPr marL="1444399" indent="-1444399" algn="l" defTabSz="3855239" rtl="0" fontAlgn="base">
        <a:spcBef>
          <a:spcPct val="20000"/>
        </a:spcBef>
        <a:spcAft>
          <a:spcPct val="0"/>
        </a:spcAft>
        <a:buChar char="•"/>
        <a:defRPr sz="13349">
          <a:solidFill>
            <a:schemeClr val="tx1"/>
          </a:solidFill>
          <a:latin typeface="+mn-lt"/>
          <a:ea typeface="+mn-ea"/>
          <a:cs typeface="+mn-cs"/>
        </a:defRPr>
      </a:lvl1pPr>
      <a:lvl2pPr marL="3130785" indent="-1197906" algn="l" defTabSz="3855239" rtl="0" fontAlgn="base">
        <a:spcBef>
          <a:spcPct val="20000"/>
        </a:spcBef>
        <a:spcAft>
          <a:spcPct val="0"/>
        </a:spcAft>
        <a:buChar char="–"/>
        <a:defRPr sz="11550">
          <a:solidFill>
            <a:schemeClr val="tx1"/>
          </a:solidFill>
          <a:latin typeface="+mn-lt"/>
        </a:defRPr>
      </a:lvl2pPr>
      <a:lvl3pPr marL="4826188" indent="-970950" algn="l" defTabSz="3855239" rtl="0" fontAlgn="base">
        <a:spcBef>
          <a:spcPct val="20000"/>
        </a:spcBef>
        <a:spcAft>
          <a:spcPct val="0"/>
        </a:spcAft>
        <a:buChar char="•"/>
        <a:defRPr sz="10036">
          <a:solidFill>
            <a:schemeClr val="tx1"/>
          </a:solidFill>
          <a:latin typeface="+mn-lt"/>
        </a:defRPr>
      </a:lvl3pPr>
      <a:lvl4pPr marL="6748546" indent="-966441" algn="l" defTabSz="3855239" rtl="0" fontAlgn="base">
        <a:spcBef>
          <a:spcPct val="20000"/>
        </a:spcBef>
        <a:spcAft>
          <a:spcPct val="0"/>
        </a:spcAft>
        <a:buChar char="–"/>
        <a:defRPr sz="8238">
          <a:solidFill>
            <a:schemeClr val="tx1"/>
          </a:solidFill>
          <a:latin typeface="+mn-lt"/>
        </a:defRPr>
      </a:lvl4pPr>
      <a:lvl5pPr marL="8676917" indent="-961931" algn="l" defTabSz="3855239" rtl="0" fontAlgn="base">
        <a:spcBef>
          <a:spcPct val="20000"/>
        </a:spcBef>
        <a:spcAft>
          <a:spcPct val="0"/>
        </a:spcAft>
        <a:buChar char="»"/>
        <a:defRPr sz="8238">
          <a:solidFill>
            <a:schemeClr val="tx1"/>
          </a:solidFill>
          <a:latin typeface="+mn-lt"/>
        </a:defRPr>
      </a:lvl5pPr>
      <a:lvl6pPr marL="9109785" indent="-961931" algn="l" defTabSz="3855239" rtl="0" fontAlgn="base">
        <a:spcBef>
          <a:spcPct val="20000"/>
        </a:spcBef>
        <a:spcAft>
          <a:spcPct val="0"/>
        </a:spcAft>
        <a:buChar char="»"/>
        <a:defRPr sz="8238">
          <a:solidFill>
            <a:schemeClr val="tx1"/>
          </a:solidFill>
          <a:latin typeface="+mn-lt"/>
        </a:defRPr>
      </a:lvl6pPr>
      <a:lvl7pPr marL="9542654" indent="-961931" algn="l" defTabSz="3855239" rtl="0" fontAlgn="base">
        <a:spcBef>
          <a:spcPct val="20000"/>
        </a:spcBef>
        <a:spcAft>
          <a:spcPct val="0"/>
        </a:spcAft>
        <a:buChar char="»"/>
        <a:defRPr sz="8238">
          <a:solidFill>
            <a:schemeClr val="tx1"/>
          </a:solidFill>
          <a:latin typeface="+mn-lt"/>
        </a:defRPr>
      </a:lvl7pPr>
      <a:lvl8pPr marL="9975524" indent="-961931" algn="l" defTabSz="3855239" rtl="0" fontAlgn="base">
        <a:spcBef>
          <a:spcPct val="20000"/>
        </a:spcBef>
        <a:spcAft>
          <a:spcPct val="0"/>
        </a:spcAft>
        <a:buChar char="»"/>
        <a:defRPr sz="8238">
          <a:solidFill>
            <a:schemeClr val="tx1"/>
          </a:solidFill>
          <a:latin typeface="+mn-lt"/>
        </a:defRPr>
      </a:lvl8pPr>
      <a:lvl9pPr marL="10408392" indent="-961931" algn="l" defTabSz="3855239" rtl="0" fontAlgn="base">
        <a:spcBef>
          <a:spcPct val="20000"/>
        </a:spcBef>
        <a:spcAft>
          <a:spcPct val="0"/>
        </a:spcAft>
        <a:buChar char="»"/>
        <a:defRPr sz="8238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2869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5737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298606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1477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4345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597214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0083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2951" algn="l" defTabSz="865737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Rectangle 81"/>
          <p:cNvSpPr>
            <a:spLocks noChangeArrowheads="1"/>
          </p:cNvSpPr>
          <p:nvPr/>
        </p:nvSpPr>
        <p:spPr bwMode="auto">
          <a:xfrm>
            <a:off x="1281854" y="19046419"/>
            <a:ext cx="24368476" cy="10216754"/>
          </a:xfrm>
          <a:prstGeom prst="rect">
            <a:avLst/>
          </a:prstGeom>
          <a:solidFill>
            <a:schemeClr val="bg1"/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364">
              <a:latin typeface="+mn-lt"/>
            </a:endParaRPr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1281854" y="9413537"/>
            <a:ext cx="24368476" cy="9293249"/>
          </a:xfrm>
          <a:prstGeom prst="rect">
            <a:avLst/>
          </a:prstGeom>
          <a:solidFill>
            <a:schemeClr val="bg1"/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364">
              <a:latin typeface="+mn-lt"/>
            </a:endParaRPr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1323245" y="4030266"/>
            <a:ext cx="24331595" cy="5111063"/>
          </a:xfrm>
          <a:prstGeom prst="rect">
            <a:avLst/>
          </a:prstGeom>
          <a:noFill/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364">
              <a:latin typeface="+mn-lt"/>
            </a:endParaRPr>
          </a:p>
        </p:txBody>
      </p:sp>
      <p:sp>
        <p:nvSpPr>
          <p:cNvPr id="2080" name="Text Box 32"/>
          <p:cNvSpPr txBox="1">
            <a:spLocks noChangeArrowheads="1"/>
          </p:cNvSpPr>
          <p:nvPr/>
        </p:nvSpPr>
        <p:spPr bwMode="auto">
          <a:xfrm>
            <a:off x="8092021" y="438821"/>
            <a:ext cx="26619721" cy="1376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3386" tIns="41692" rIns="83386" bIns="41692">
            <a:spAutoFit/>
          </a:bodyPr>
          <a:lstStyle>
            <a:lvl1pPr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381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826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2080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76053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177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6749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321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5893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de-DE" altLang="de-DE" sz="8400" b="1" dirty="0">
                <a:solidFill>
                  <a:srgbClr val="26479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Title</a:t>
            </a:r>
          </a:p>
        </p:txBody>
      </p:sp>
      <p:sp>
        <p:nvSpPr>
          <p:cNvPr id="2083" name="Text Box 35"/>
          <p:cNvSpPr txBox="1">
            <a:spLocks noChangeArrowheads="1"/>
          </p:cNvSpPr>
          <p:nvPr/>
        </p:nvSpPr>
        <p:spPr bwMode="auto">
          <a:xfrm>
            <a:off x="8240746" y="2064664"/>
            <a:ext cx="26427454" cy="63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3386" tIns="41692" rIns="83386" bIns="41692">
            <a:spAutoFit/>
          </a:bodyPr>
          <a:lstStyle>
            <a:lvl1pPr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381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88265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20800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76053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177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6749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321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58933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de-DE" altLang="de-DE" sz="3600" dirty="0" err="1">
                <a:solidFill>
                  <a:srgbClr val="26479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Authors</a:t>
            </a:r>
            <a:r>
              <a:rPr lang="de-DE" altLang="de-DE" sz="3407" dirty="0">
                <a:solidFill>
                  <a:srgbClr val="26479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26000167" y="24157483"/>
            <a:ext cx="15521742" cy="5105691"/>
          </a:xfrm>
          <a:prstGeom prst="rect">
            <a:avLst/>
          </a:prstGeom>
          <a:solidFill>
            <a:srgbClr val="D9D9D9">
              <a:alpha val="94902"/>
            </a:srgbClr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lIns="86544" tIns="43270" rIns="86544" bIns="43270"/>
          <a:lstStyle>
            <a:lvl1pPr marL="458788" indent="-45878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2813" indent="-454025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3188" indent="-460375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7213" indent="-454025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878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8788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de-DE" altLang="de-DE" sz="3364">
              <a:latin typeface="+mn-lt"/>
            </a:endParaRPr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26000167" y="15989703"/>
            <a:ext cx="15521742" cy="7837162"/>
          </a:xfrm>
          <a:prstGeom prst="rect">
            <a:avLst/>
          </a:prstGeom>
          <a:noFill/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lIns="86544" tIns="43270" rIns="86544" bIns="43270" anchor="ctr"/>
          <a:lstStyle>
            <a:lvl1pPr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5878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12813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373188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827213" defTabSz="407193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284413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741613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198813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656013" defTabSz="4071938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de-DE" altLang="de-DE" sz="3364">
              <a:latin typeface="+mn-lt"/>
            </a:endParaRPr>
          </a:p>
        </p:txBody>
      </p:sp>
      <p:sp>
        <p:nvSpPr>
          <p:cNvPr id="2243" name="Rectangle 195"/>
          <p:cNvSpPr>
            <a:spLocks noChangeArrowheads="1"/>
          </p:cNvSpPr>
          <p:nvPr/>
        </p:nvSpPr>
        <p:spPr bwMode="auto">
          <a:xfrm>
            <a:off x="26000167" y="4030267"/>
            <a:ext cx="15521742" cy="11610783"/>
          </a:xfrm>
          <a:prstGeom prst="rect">
            <a:avLst/>
          </a:prstGeom>
          <a:solidFill>
            <a:schemeClr val="bg1"/>
          </a:solidFill>
          <a:ln w="57150">
            <a:solidFill>
              <a:srgbClr val="26479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 sz="3364">
              <a:latin typeface="+mn-lt"/>
            </a:endParaRPr>
          </a:p>
        </p:txBody>
      </p:sp>
      <p:sp>
        <p:nvSpPr>
          <p:cNvPr id="104" name="Text Box 223"/>
          <p:cNvSpPr txBox="1">
            <a:spLocks noChangeArrowheads="1"/>
          </p:cNvSpPr>
          <p:nvPr/>
        </p:nvSpPr>
        <p:spPr bwMode="auto">
          <a:xfrm>
            <a:off x="26336895" y="24426638"/>
            <a:ext cx="14841141" cy="615600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364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References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660177" y="4336406"/>
            <a:ext cx="23658400" cy="615553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sp>
        <p:nvSpPr>
          <p:cNvPr id="106" name="Textfeld 105"/>
          <p:cNvSpPr txBox="1"/>
          <p:nvPr/>
        </p:nvSpPr>
        <p:spPr>
          <a:xfrm>
            <a:off x="1660177" y="9726394"/>
            <a:ext cx="23658400" cy="615553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sp>
        <p:nvSpPr>
          <p:cNvPr id="107" name="Textfeld 106"/>
          <p:cNvSpPr txBox="1"/>
          <p:nvPr/>
        </p:nvSpPr>
        <p:spPr>
          <a:xfrm>
            <a:off x="1660177" y="19274568"/>
            <a:ext cx="23658400" cy="615600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sz="3364" dirty="0" err="1"/>
              <a:t>Heading</a:t>
            </a:r>
            <a:endParaRPr lang="de-DE" sz="3364" dirty="0"/>
          </a:p>
        </p:txBody>
      </p:sp>
      <p:sp>
        <p:nvSpPr>
          <p:cNvPr id="108" name="Textfeld 107"/>
          <p:cNvSpPr txBox="1"/>
          <p:nvPr/>
        </p:nvSpPr>
        <p:spPr>
          <a:xfrm>
            <a:off x="26336896" y="4342951"/>
            <a:ext cx="14841142" cy="615600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364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sp>
        <p:nvSpPr>
          <p:cNvPr id="109" name="Textfeld 108"/>
          <p:cNvSpPr txBox="1"/>
          <p:nvPr/>
        </p:nvSpPr>
        <p:spPr>
          <a:xfrm>
            <a:off x="26336896" y="16296439"/>
            <a:ext cx="14841141" cy="615600"/>
          </a:xfrm>
          <a:prstGeom prst="rect">
            <a:avLst/>
          </a:prstGeom>
          <a:solidFill>
            <a:srgbClr val="264796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3364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 dirty="0" err="1"/>
              <a:t>Heading</a:t>
            </a:r>
            <a:endParaRPr lang="de-DE" dirty="0"/>
          </a:p>
        </p:txBody>
      </p:sp>
      <p:cxnSp>
        <p:nvCxnSpPr>
          <p:cNvPr id="3" name="Gerade Verbindung 2"/>
          <p:cNvCxnSpPr/>
          <p:nvPr/>
        </p:nvCxnSpPr>
        <p:spPr bwMode="auto">
          <a:xfrm>
            <a:off x="1281493" y="3525128"/>
            <a:ext cx="40240415" cy="35647"/>
          </a:xfrm>
          <a:prstGeom prst="line">
            <a:avLst/>
          </a:prstGeom>
          <a:solidFill>
            <a:schemeClr val="accent1"/>
          </a:solidFill>
          <a:ln w="101600" cap="flat" cmpd="sng" algn="ctr">
            <a:gradFill flip="none" rotWithShape="1">
              <a:gsLst>
                <a:gs pos="33000">
                  <a:srgbClr val="264796"/>
                </a:gs>
                <a:gs pos="100000">
                  <a:srgbClr val="629D7C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" name="Picture 5">
            <a:extLst>
              <a:ext uri="{FF2B5EF4-FFF2-40B4-BE49-F238E27FC236}">
                <a16:creationId xmlns:a16="http://schemas.microsoft.com/office/drawing/2014/main" id="{B3D00A1B-BFAE-A79C-9544-25A262F5BB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1" b="6781"/>
          <a:stretch/>
        </p:blipFill>
        <p:spPr>
          <a:xfrm>
            <a:off x="38321903" y="889167"/>
            <a:ext cx="3181109" cy="2243949"/>
          </a:xfrm>
          <a:prstGeom prst="rect">
            <a:avLst/>
          </a:prstGeom>
        </p:spPr>
      </p:pic>
      <p:pic>
        <p:nvPicPr>
          <p:cNvPr id="4" name="Grafik 3" descr="Ein Bild, das Schrift, Text, Grafiken, Logo enthält.&#10;&#10;KI-generierte Inhalte können fehlerhaft sein.">
            <a:extLst>
              <a:ext uri="{FF2B5EF4-FFF2-40B4-BE49-F238E27FC236}">
                <a16:creationId xmlns:a16="http://schemas.microsoft.com/office/drawing/2014/main" id="{F15029F0-F33F-C9F3-D44F-669A710404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800" y="93600"/>
            <a:ext cx="8283510" cy="3186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7CBDEFD-DCCA-B795-0961-C1313B78C7D3}"/>
              </a:ext>
            </a:extLst>
          </p:cNvPr>
          <p:cNvSpPr txBox="1"/>
          <p:nvPr/>
        </p:nvSpPr>
        <p:spPr>
          <a:xfrm>
            <a:off x="1651626" y="5137611"/>
            <a:ext cx="4428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D9D9D9">
            <a:alpha val="94902"/>
          </a:srgbClr>
        </a:solidFill>
        <a:ln w="57150">
          <a:solidFill>
            <a:srgbClr val="264796"/>
          </a:solidFill>
          <a:miter lim="800000"/>
          <a:headEnd/>
          <a:tailEnd/>
        </a:ln>
        <a:effectLst/>
      </a:spPr>
      <a:bodyPr wrap="none" lIns="91421" tIns="45709" rIns="91421" bIns="45709"/>
      <a:lstStyle>
        <a:defPPr>
          <a:defRPr sz="220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0719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400" dirty="0" err="1" smtClean="0">
            <a:latin typeface="+mn-lt"/>
          </a:defRPr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Benutzerdefiniert</PresentationFormat>
  <Paragraphs>10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Cambria</vt:lpstr>
      <vt:lpstr>Segoe UI</vt:lpstr>
      <vt:lpstr>Times New Roman</vt:lpstr>
      <vt:lpstr>Standarddesign</vt:lpstr>
      <vt:lpstr>PowerPoint-Präsentation</vt:lpstr>
    </vt:vector>
  </TitlesOfParts>
  <Company>IAP-KBORN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kd006</dc:creator>
  <cp:lastModifiedBy>Phillip Trefz</cp:lastModifiedBy>
  <cp:revision>124</cp:revision>
  <cp:lastPrinted>2014-07-08T08:19:32Z</cp:lastPrinted>
  <dcterms:created xsi:type="dcterms:W3CDTF">2002-07-24T12:10:23Z</dcterms:created>
  <dcterms:modified xsi:type="dcterms:W3CDTF">2026-04-22T09:42:46Z</dcterms:modified>
</cp:coreProperties>
</file>